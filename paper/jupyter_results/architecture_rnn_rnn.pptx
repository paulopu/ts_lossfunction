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3"/>
  </p:notesMasterIdLst>
  <p:handoutMasterIdLst>
    <p:handoutMasterId r:id="rId4"/>
  </p:handoutMasterIdLst>
  <p:sldIdLst>
    <p:sldId id="416" r:id="rId2"/>
  </p:sldIdLst>
  <p:sldSz cx="9144000" cy="6858000" type="screen4x3"/>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2" autoAdjust="0"/>
    <p:restoredTop sz="94674" autoAdjust="0"/>
  </p:normalViewPr>
  <p:slideViewPr>
    <p:cSldViewPr snapToGrid="0" showGuides="1">
      <p:cViewPr varScale="1">
        <p:scale>
          <a:sx n="140" d="100"/>
          <a:sy n="140" d="100"/>
        </p:scale>
        <p:origin x="1648" y="192"/>
      </p:cViewPr>
      <p:guideLst>
        <p:guide orient="horz" pos="2160"/>
        <p:guide pos="2880"/>
      </p:guideLst>
    </p:cSldViewPr>
  </p:slideViewPr>
  <p:outlineViewPr>
    <p:cViewPr>
      <p:scale>
        <a:sx n="33" d="100"/>
        <a:sy n="33" d="100"/>
      </p:scale>
      <p:origin x="0" y="-8357"/>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8413" y="612775"/>
            <a:ext cx="432117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612775"/>
            <a:ext cx="4321175" cy="3241675"/>
          </a:xfrm>
        </p:spPr>
      </p:sp>
      <p:sp>
        <p:nvSpPr>
          <p:cNvPr id="3" name="Notes Placeholder 2"/>
          <p:cNvSpPr>
            <a:spLocks noGrp="1"/>
          </p:cNvSpPr>
          <p:nvPr>
            <p:ph type="body" idx="1"/>
          </p:nvPr>
        </p:nvSpPr>
        <p:spPr/>
        <p:txBody>
          <a:bodyPr/>
          <a:lstStyle/>
          <a:p>
            <a:endParaRPr lang="en-US" sz="90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12780759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s://www.facebook.com/SAP" TargetMode="External"/><Relationship Id="rId3" Type="http://schemas.openxmlformats.org/officeDocument/2006/relationships/hyperlink" Target="http://www.sap.com/corporate-en/legal/copyright/index.epx" TargetMode="External"/><Relationship Id="rId7" Type="http://schemas.openxmlformats.org/officeDocument/2006/relationships/hyperlink" Target="https://www.linkedin.com/company/sap"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twitter.com/sap" TargetMode="External"/><Relationship Id="rId5" Type="http://schemas.openxmlformats.org/officeDocument/2006/relationships/hyperlink" Target="https://plus.google.com/+SAP" TargetMode="External"/><Relationship Id="rId10" Type="http://schemas.openxmlformats.org/officeDocument/2006/relationships/image" Target="../media/image4.png"/><Relationship Id="rId4" Type="http://schemas.openxmlformats.org/officeDocument/2006/relationships/hyperlink" Target="https://www.sap.com/registration/contact.html" TargetMode="External"/><Relationship Id="rId9" Type="http://schemas.openxmlformats.org/officeDocument/2006/relationships/hyperlink" Target="https://www.youtube.com/user/SAP" TargetMode="External"/><Relationship Id="rId1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s://www.facebook.com/SAP" TargetMode="External"/><Relationship Id="rId3" Type="http://schemas.openxmlformats.org/officeDocument/2006/relationships/hyperlink" Target="https://www.sap.com/corporate/de/legal/copyright.html" TargetMode="External"/><Relationship Id="rId7" Type="http://schemas.openxmlformats.org/officeDocument/2006/relationships/hyperlink" Target="https://www.linkedin.com/company/sap"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twitter.com/sap" TargetMode="External"/><Relationship Id="rId5" Type="http://schemas.openxmlformats.org/officeDocument/2006/relationships/hyperlink" Target="https://plus.google.com/+SAP" TargetMode="External"/><Relationship Id="rId10" Type="http://schemas.openxmlformats.org/officeDocument/2006/relationships/image" Target="../media/image4.png"/><Relationship Id="rId4" Type="http://schemas.openxmlformats.org/officeDocument/2006/relationships/hyperlink" Target="https://www.sap.com/registration/contact.html" TargetMode="External"/><Relationship Id="rId9" Type="http://schemas.openxmlformats.org/officeDocument/2006/relationships/hyperlink" Target="https://www.youtube.com/user/SAP" TargetMode="External"/><Relationship Id="rId1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11" name="SAP Logo" descr="SAP Logo" title="SAP Logo"/>
          <p:cNvPicPr>
            <a:picLocks noChangeAspect="1"/>
          </p:cNvPicPr>
          <p:nvPr userDrawn="1"/>
        </p:nvPicPr>
        <p:blipFill>
          <a:blip r:embed="rId2"/>
          <a:stretch>
            <a:fillRect/>
          </a:stretch>
        </p:blipFill>
        <p:spPr>
          <a:xfrm>
            <a:off x="6888265" y="6217668"/>
            <a:ext cx="1963636" cy="360000"/>
          </a:xfrm>
          <a:prstGeom prst="rect">
            <a:avLst/>
          </a:prstGeom>
        </p:spPr>
      </p:pic>
      <p:sp>
        <p:nvSpPr>
          <p:cNvPr id="13" name="Classification"/>
          <p:cNvSpPr txBox="1"/>
          <p:nvPr userDrawn="1"/>
        </p:nvSpPr>
        <p:spPr>
          <a:xfrm>
            <a:off x="288000" y="5769667"/>
            <a:ext cx="3152820"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dirty="0"/>
              <a:t>INTERNAL</a:t>
            </a:r>
          </a:p>
        </p:txBody>
      </p:sp>
      <p:sp>
        <p:nvSpPr>
          <p:cNvPr id="19" name="Speaker"/>
          <p:cNvSpPr>
            <a:spLocks noGrp="1"/>
          </p:cNvSpPr>
          <p:nvPr userDrawn="1">
            <p:ph type="subTitle" idx="1" hasCustomPrompt="1"/>
          </p:nvPr>
        </p:nvSpPr>
        <p:spPr bwMode="black">
          <a:xfrm>
            <a:off x="288000" y="5130490"/>
            <a:ext cx="8100196" cy="430887"/>
          </a:xfrm>
        </p:spPr>
        <p:txBody>
          <a:bodyPr wrap="square" anchor="t" anchorCtr="0">
            <a:noAutofit/>
          </a:bodyPr>
          <a:lstStyle>
            <a:lvl1pPr marL="0" marR="0" indent="0" algn="l" defTabSz="816201"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408100" indent="0" algn="ctr">
              <a:buNone/>
              <a:defRPr>
                <a:solidFill>
                  <a:schemeClr val="tx1">
                    <a:tint val="75000"/>
                  </a:schemeClr>
                </a:solidFill>
              </a:defRPr>
            </a:lvl2pPr>
            <a:lvl3pPr marL="816201" indent="0" algn="ctr">
              <a:buNone/>
              <a:defRPr>
                <a:solidFill>
                  <a:schemeClr val="tx1">
                    <a:tint val="75000"/>
                  </a:schemeClr>
                </a:solidFill>
              </a:defRPr>
            </a:lvl3pPr>
            <a:lvl4pPr marL="1224301" indent="0" algn="ctr">
              <a:buNone/>
              <a:defRPr>
                <a:solidFill>
                  <a:schemeClr val="tx1">
                    <a:tint val="75000"/>
                  </a:schemeClr>
                </a:solidFill>
              </a:defRPr>
            </a:lvl4pPr>
            <a:lvl5pPr marL="1632402" indent="0" algn="ctr">
              <a:buNone/>
              <a:defRPr>
                <a:solidFill>
                  <a:schemeClr val="tx1">
                    <a:tint val="75000"/>
                  </a:schemeClr>
                </a:solidFill>
              </a:defRPr>
            </a:lvl5pPr>
            <a:lvl6pPr marL="2040503" indent="0" algn="ctr">
              <a:buNone/>
              <a:defRPr>
                <a:solidFill>
                  <a:schemeClr val="tx1">
                    <a:tint val="75000"/>
                  </a:schemeClr>
                </a:solidFill>
              </a:defRPr>
            </a:lvl6pPr>
            <a:lvl7pPr marL="2448603" indent="0" algn="ctr">
              <a:buNone/>
              <a:defRPr>
                <a:solidFill>
                  <a:schemeClr val="tx1">
                    <a:tint val="75000"/>
                  </a:schemeClr>
                </a:solidFill>
              </a:defRPr>
            </a:lvl7pPr>
            <a:lvl8pPr marL="2856704" indent="0" algn="ctr">
              <a:buNone/>
              <a:defRPr>
                <a:solidFill>
                  <a:schemeClr val="tx1">
                    <a:tint val="75000"/>
                  </a:schemeClr>
                </a:solidFill>
              </a:defRPr>
            </a:lvl8pPr>
            <a:lvl9pPr marL="3264804" indent="0" algn="ctr">
              <a:buNone/>
              <a:defRPr>
                <a:solidFill>
                  <a:schemeClr val="tx1">
                    <a:tint val="75000"/>
                  </a:schemeClr>
                </a:solidFill>
              </a:defRPr>
            </a:lvl9pPr>
          </a:lstStyle>
          <a:p>
            <a:r>
              <a:rPr lang="en-US" dirty="0"/>
              <a:t>Speaker’s Name, SAP</a:t>
            </a:r>
          </a:p>
          <a:p>
            <a:pPr marL="0" marR="0" lvl="0" indent="0" algn="l" defTabSz="816201"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3" name="Title"/>
          <p:cNvSpPr>
            <a:spLocks noGrp="1"/>
          </p:cNvSpPr>
          <p:nvPr>
            <p:ph type="title" hasCustomPrompt="1"/>
          </p:nvPr>
        </p:nvSpPr>
        <p:spPr>
          <a:xfrm>
            <a:off x="288000" y="4024430"/>
            <a:ext cx="8100196"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dirty="0"/>
              <a:t>Presentation Title </a:t>
            </a:r>
            <a:br>
              <a:rPr lang="en-US" dirty="0"/>
            </a:br>
            <a:r>
              <a:rPr lang="en-US" dirty="0"/>
              <a:t>Goes Here and Here.</a:t>
            </a:r>
          </a:p>
        </p:txBody>
      </p:sp>
      <p:sp>
        <p:nvSpPr>
          <p:cNvPr id="5" name="Title Image Placeholder" descr="Placeholder title image" title="Title image"/>
          <p:cNvSpPr>
            <a:spLocks noGrp="1"/>
          </p:cNvSpPr>
          <p:nvPr>
            <p:ph type="pic" sz="quarter" idx="12" hasCustomPrompt="1"/>
          </p:nvPr>
        </p:nvSpPr>
        <p:spPr bwMode="gray">
          <a:xfrm>
            <a:off x="0" y="0"/>
            <a:ext cx="8389415" cy="3430006"/>
          </a:xfrm>
          <a:solidFill>
            <a:schemeClr val="tx2">
              <a:alpha val="70000"/>
            </a:schemeClr>
          </a:solidFill>
        </p:spPr>
        <p:txBody>
          <a:bodyPr tIns="504000"/>
          <a:lstStyle>
            <a:lvl1pPr algn="ctr">
              <a:defRPr sz="1200">
                <a:solidFill>
                  <a:schemeClr val="tx1"/>
                </a:solidFill>
              </a:defRPr>
            </a:lvl1pPr>
          </a:lstStyle>
          <a:p>
            <a:r>
              <a:rPr lang="en-US" dirty="0"/>
              <a:t>Click to insert title image</a:t>
            </a:r>
          </a:p>
        </p:txBody>
      </p:sp>
      <p:grpSp>
        <p:nvGrpSpPr>
          <p:cNvPr id="2" name="Hero Motion Band" descr="Three rectangles on the roght side of the image&#10;1. SAP Gold 60%&#10;2. SAP Gold 30%&#10;3. SAP Gold" title="Hero Motion Band"/>
          <p:cNvGrpSpPr/>
          <p:nvPr userDrawn="1"/>
        </p:nvGrpSpPr>
        <p:grpSpPr>
          <a:xfrm>
            <a:off x="6876589" y="0"/>
            <a:ext cx="2267411" cy="3430006"/>
            <a:chOff x="9171173" y="0"/>
            <a:chExt cx="3024002" cy="3430006"/>
          </a:xfrm>
        </p:grpSpPr>
        <p:sp>
          <p:nvSpPr>
            <p:cNvPr id="17" name="Rectangle SAP Gold"/>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685480" eaLnBrk="1" fontAlgn="base" latinLnBrk="0" hangingPunct="1">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SAP Gold 30%"/>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685480" eaLnBrk="1" fontAlgn="base" latinLnBrk="0" hangingPunct="1">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SAP Gold 60%"/>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685480" eaLnBrk="1" fontAlgn="base" latinLnBrk="0" hangingPunct="1">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2452717617"/>
      </p:ext>
    </p:extLst>
  </p:cSld>
  <p:clrMapOvr>
    <a:masterClrMapping/>
  </p:clrMapOvr>
  <p:extLst mod="1">
    <p:ext uri="{DCECCB84-F9BA-43D5-87BE-67443E8EF086}">
      <p15:sldGuideLst xmlns:p15="http://schemas.microsoft.com/office/powerpoint/2012/main">
        <p15:guide id="1" pos="5576" userDrawn="1">
          <p15:clr>
            <a:srgbClr val="FBAE40"/>
          </p15:clr>
        </p15:guide>
        <p15:guide id="2" orient="horz" pos="4138" userDrawn="1">
          <p15:clr>
            <a:srgbClr val="FBAE40"/>
          </p15:clr>
        </p15:guide>
        <p15:guide id="3" orient="horz" pos="2161" userDrawn="1">
          <p15:clr>
            <a:srgbClr val="FBAE40"/>
          </p15:clr>
        </p15:guide>
        <p15:guide id="4" pos="181" userDrawn="1">
          <p15:clr>
            <a:srgbClr val="FBAE40"/>
          </p15:clr>
        </p15:guide>
        <p15:guide id="5" orient="horz" pos="2534" userDrawn="1">
          <p15:clr>
            <a:srgbClr val="FBAE40"/>
          </p15:clr>
        </p15:guide>
        <p15:guide id="6" orient="horz" pos="3164" userDrawn="1">
          <p15:clr>
            <a:srgbClr val="FBAE40"/>
          </p15:clr>
        </p15:guide>
        <p15:guide id="7" orient="horz" pos="3232" userDrawn="1">
          <p15:clr>
            <a:srgbClr val="FBAE40"/>
          </p15:clr>
        </p15:guide>
        <p15:guide id="8" orient="horz" pos="35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7" name="SAP Logo" descr="SAP Logo" title="SAP Logo"/>
          <p:cNvPicPr>
            <a:picLocks noChangeAspect="1"/>
          </p:cNvPicPr>
          <p:nvPr userDrawn="1"/>
        </p:nvPicPr>
        <p:blipFill>
          <a:blip r:embed="rId2"/>
          <a:stretch>
            <a:fillRect/>
          </a:stretch>
        </p:blipFill>
        <p:spPr>
          <a:xfrm>
            <a:off x="6888265" y="6217668"/>
            <a:ext cx="1963636" cy="360000"/>
          </a:xfrm>
          <a:prstGeom prst="rect">
            <a:avLst/>
          </a:prstGeom>
        </p:spPr>
      </p:pic>
      <p:sp>
        <p:nvSpPr>
          <p:cNvPr id="13" name="Classification"/>
          <p:cNvSpPr txBox="1"/>
          <p:nvPr userDrawn="1"/>
        </p:nvSpPr>
        <p:spPr>
          <a:xfrm>
            <a:off x="288000" y="5359637"/>
            <a:ext cx="3152820"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dirty="0"/>
              <a:t>INTERNAL</a:t>
            </a:r>
          </a:p>
        </p:txBody>
      </p:sp>
      <p:sp>
        <p:nvSpPr>
          <p:cNvPr id="19" name="Speaker"/>
          <p:cNvSpPr>
            <a:spLocks noGrp="1"/>
          </p:cNvSpPr>
          <p:nvPr userDrawn="1">
            <p:ph type="subTitle" idx="1" hasCustomPrompt="1"/>
          </p:nvPr>
        </p:nvSpPr>
        <p:spPr bwMode="black">
          <a:xfrm>
            <a:off x="288000" y="4720460"/>
            <a:ext cx="8563900" cy="430887"/>
          </a:xfrm>
        </p:spPr>
        <p:txBody>
          <a:bodyPr wrap="square" anchor="t" anchorCtr="0">
            <a:noAutofit/>
          </a:bodyPr>
          <a:lstStyle>
            <a:lvl1pPr marL="0" marR="0" indent="0" algn="l" defTabSz="816201"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408100" indent="0" algn="ctr">
              <a:buNone/>
              <a:defRPr>
                <a:solidFill>
                  <a:schemeClr val="tx1">
                    <a:tint val="75000"/>
                  </a:schemeClr>
                </a:solidFill>
              </a:defRPr>
            </a:lvl2pPr>
            <a:lvl3pPr marL="816201" indent="0" algn="ctr">
              <a:buNone/>
              <a:defRPr>
                <a:solidFill>
                  <a:schemeClr val="tx1">
                    <a:tint val="75000"/>
                  </a:schemeClr>
                </a:solidFill>
              </a:defRPr>
            </a:lvl3pPr>
            <a:lvl4pPr marL="1224301" indent="0" algn="ctr">
              <a:buNone/>
              <a:defRPr>
                <a:solidFill>
                  <a:schemeClr val="tx1">
                    <a:tint val="75000"/>
                  </a:schemeClr>
                </a:solidFill>
              </a:defRPr>
            </a:lvl4pPr>
            <a:lvl5pPr marL="1632402" indent="0" algn="ctr">
              <a:buNone/>
              <a:defRPr>
                <a:solidFill>
                  <a:schemeClr val="tx1">
                    <a:tint val="75000"/>
                  </a:schemeClr>
                </a:solidFill>
              </a:defRPr>
            </a:lvl5pPr>
            <a:lvl6pPr marL="2040503" indent="0" algn="ctr">
              <a:buNone/>
              <a:defRPr>
                <a:solidFill>
                  <a:schemeClr val="tx1">
                    <a:tint val="75000"/>
                  </a:schemeClr>
                </a:solidFill>
              </a:defRPr>
            </a:lvl6pPr>
            <a:lvl7pPr marL="2448603" indent="0" algn="ctr">
              <a:buNone/>
              <a:defRPr>
                <a:solidFill>
                  <a:schemeClr val="tx1">
                    <a:tint val="75000"/>
                  </a:schemeClr>
                </a:solidFill>
              </a:defRPr>
            </a:lvl7pPr>
            <a:lvl8pPr marL="2856704" indent="0" algn="ctr">
              <a:buNone/>
              <a:defRPr>
                <a:solidFill>
                  <a:schemeClr val="tx1">
                    <a:tint val="75000"/>
                  </a:schemeClr>
                </a:solidFill>
              </a:defRPr>
            </a:lvl8pPr>
            <a:lvl9pPr marL="3264804" indent="0" algn="ctr">
              <a:buNone/>
              <a:defRPr>
                <a:solidFill>
                  <a:schemeClr val="tx1">
                    <a:tint val="75000"/>
                  </a:schemeClr>
                </a:solidFill>
              </a:defRPr>
            </a:lvl9pPr>
          </a:lstStyle>
          <a:p>
            <a:r>
              <a:rPr lang="en-US" dirty="0"/>
              <a:t>Speaker’s Name, SAP</a:t>
            </a:r>
          </a:p>
          <a:p>
            <a:pPr marL="0" marR="0" lvl="0" indent="0" algn="l" defTabSz="816201"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3" name="Title"/>
          <p:cNvSpPr>
            <a:spLocks noGrp="1"/>
          </p:cNvSpPr>
          <p:nvPr>
            <p:ph type="title" hasCustomPrompt="1"/>
          </p:nvPr>
        </p:nvSpPr>
        <p:spPr>
          <a:xfrm>
            <a:off x="288000" y="3614400"/>
            <a:ext cx="8563900"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dirty="0"/>
              <a:t>Presentation Title </a:t>
            </a:r>
            <a:br>
              <a:rPr lang="en-US" dirty="0"/>
            </a:br>
            <a:r>
              <a:rPr lang="en-US" dirty="0"/>
              <a:t>Goes Here and Here.</a:t>
            </a:r>
          </a:p>
        </p:txBody>
      </p:sp>
      <p:sp>
        <p:nvSpPr>
          <p:cNvPr id="5" name="Title Image Placeholder" descr="Placeholder title image" title="Title image"/>
          <p:cNvSpPr>
            <a:spLocks noGrp="1"/>
          </p:cNvSpPr>
          <p:nvPr>
            <p:ph type="pic" sz="quarter" idx="12" hasCustomPrompt="1"/>
          </p:nvPr>
        </p:nvSpPr>
        <p:spPr bwMode="gray">
          <a:xfrm>
            <a:off x="1" y="0"/>
            <a:ext cx="9143999" cy="2520000"/>
          </a:xfrm>
          <a:noFill/>
        </p:spPr>
        <p:txBody>
          <a:bodyPr tIns="504000"/>
          <a:lstStyle>
            <a:lvl1pPr algn="ctr">
              <a:defRPr sz="1200">
                <a:solidFill>
                  <a:schemeClr val="tx1"/>
                </a:solidFill>
              </a:defRPr>
            </a:lvl1pPr>
          </a:lstStyle>
          <a:p>
            <a:r>
              <a:rPr lang="en-US" dirty="0"/>
              <a:t>Click to insert illustration</a:t>
            </a:r>
          </a:p>
        </p:txBody>
      </p:sp>
    </p:spTree>
    <p:extLst>
      <p:ext uri="{BB962C8B-B14F-4D97-AF65-F5344CB8AC3E}">
        <p14:creationId xmlns:p14="http://schemas.microsoft.com/office/powerpoint/2010/main" val="2507233680"/>
      </p:ext>
    </p:extLst>
  </p:cSld>
  <p:clrMapOvr>
    <a:masterClrMapping/>
  </p:clrMapOvr>
  <p:extLst mod="1">
    <p:ext uri="{DCECCB84-F9BA-43D5-87BE-67443E8EF086}">
      <p15:sldGuideLst xmlns:p15="http://schemas.microsoft.com/office/powerpoint/2012/main">
        <p15:guide id="1" pos="5576">
          <p15:clr>
            <a:srgbClr val="FBAE40"/>
          </p15:clr>
        </p15:guide>
        <p15:guide id="2" orient="horz" pos="4138">
          <p15:clr>
            <a:srgbClr val="FBAE40"/>
          </p15:clr>
        </p15:guide>
        <p15:guide id="3" orient="horz" pos="1588" userDrawn="1">
          <p15:clr>
            <a:srgbClr val="FBAE40"/>
          </p15:clr>
        </p15:guide>
        <p15:guide id="4" pos="181">
          <p15:clr>
            <a:srgbClr val="FBAE40"/>
          </p15:clr>
        </p15:guide>
        <p15:guide id="5" orient="horz" pos="2273" userDrawn="1">
          <p15:clr>
            <a:srgbClr val="FBAE40"/>
          </p15:clr>
        </p15:guide>
        <p15:guide id="6" orient="horz" pos="2905" userDrawn="1">
          <p15:clr>
            <a:srgbClr val="FBAE40"/>
          </p15:clr>
        </p15:guide>
        <p15:guide id="7" orient="horz" pos="2972" userDrawn="1">
          <p15:clr>
            <a:srgbClr val="FBAE40"/>
          </p15:clr>
        </p15:guide>
        <p15:guide id="8" orient="horz" pos="32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pic>
        <p:nvPicPr>
          <p:cNvPr id="10" name="SAP Logo" descr="SAP Logo" title="SAP Logo"/>
          <p:cNvPicPr>
            <a:picLocks noChangeAspect="1"/>
          </p:cNvPicPr>
          <p:nvPr userDrawn="1"/>
        </p:nvPicPr>
        <p:blipFill>
          <a:blip r:embed="rId2"/>
          <a:stretch>
            <a:fillRect/>
          </a:stretch>
        </p:blipFill>
        <p:spPr>
          <a:xfrm>
            <a:off x="4623047" y="6217668"/>
            <a:ext cx="1963636" cy="360000"/>
          </a:xfrm>
          <a:prstGeom prst="rect">
            <a:avLst/>
          </a:prstGeom>
        </p:spPr>
      </p:pic>
      <p:grpSp>
        <p:nvGrpSpPr>
          <p:cNvPr id="20" name="Hero Motion Band"/>
          <p:cNvGrpSpPr/>
          <p:nvPr userDrawn="1"/>
        </p:nvGrpSpPr>
        <p:grpSpPr>
          <a:xfrm>
            <a:off x="6876589" y="0"/>
            <a:ext cx="2267411" cy="6858000"/>
            <a:chOff x="9171173" y="0"/>
            <a:chExt cx="3024002" cy="6855990"/>
          </a:xfrm>
        </p:grpSpPr>
        <p:sp>
          <p:nvSpPr>
            <p:cNvPr id="21" name="Rectangle SAP Gold"/>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685480" eaLnBrk="1" fontAlgn="base" latinLnBrk="0" hangingPunct="1">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4" name="Rectangle SAP Gold 30%"/>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685480" eaLnBrk="1" fontAlgn="base" latinLnBrk="0" hangingPunct="1">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5" name="Rectangle SAP Gold 60%"/>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685480" eaLnBrk="1" fontAlgn="base" latinLnBrk="0" hangingPunct="1">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094000"/>
            <a:ext cx="3152820"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dirty="0"/>
              <a:t>INTERNAL</a:t>
            </a:r>
          </a:p>
        </p:txBody>
      </p:sp>
      <p:sp>
        <p:nvSpPr>
          <p:cNvPr id="19" name="Speaker"/>
          <p:cNvSpPr>
            <a:spLocks noGrp="1"/>
          </p:cNvSpPr>
          <p:nvPr userDrawn="1">
            <p:ph type="subTitle" idx="1" hasCustomPrompt="1"/>
          </p:nvPr>
        </p:nvSpPr>
        <p:spPr bwMode="black">
          <a:xfrm>
            <a:off x="288000" y="4269600"/>
            <a:ext cx="6298683" cy="430887"/>
          </a:xfrm>
        </p:spPr>
        <p:txBody>
          <a:bodyPr wrap="square" anchor="t" anchorCtr="0">
            <a:noAutofit/>
          </a:bodyPr>
          <a:lstStyle>
            <a:lvl1pPr marL="0" marR="0" indent="0" algn="l" defTabSz="816201"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408100" indent="0" algn="ctr">
              <a:buNone/>
              <a:defRPr>
                <a:solidFill>
                  <a:schemeClr val="tx1">
                    <a:tint val="75000"/>
                  </a:schemeClr>
                </a:solidFill>
              </a:defRPr>
            </a:lvl2pPr>
            <a:lvl3pPr marL="816201" indent="0" algn="ctr">
              <a:buNone/>
              <a:defRPr>
                <a:solidFill>
                  <a:schemeClr val="tx1">
                    <a:tint val="75000"/>
                  </a:schemeClr>
                </a:solidFill>
              </a:defRPr>
            </a:lvl3pPr>
            <a:lvl4pPr marL="1224301" indent="0" algn="ctr">
              <a:buNone/>
              <a:defRPr>
                <a:solidFill>
                  <a:schemeClr val="tx1">
                    <a:tint val="75000"/>
                  </a:schemeClr>
                </a:solidFill>
              </a:defRPr>
            </a:lvl4pPr>
            <a:lvl5pPr marL="1632402" indent="0" algn="ctr">
              <a:buNone/>
              <a:defRPr>
                <a:solidFill>
                  <a:schemeClr val="tx1">
                    <a:tint val="75000"/>
                  </a:schemeClr>
                </a:solidFill>
              </a:defRPr>
            </a:lvl5pPr>
            <a:lvl6pPr marL="2040503" indent="0" algn="ctr">
              <a:buNone/>
              <a:defRPr>
                <a:solidFill>
                  <a:schemeClr val="tx1">
                    <a:tint val="75000"/>
                  </a:schemeClr>
                </a:solidFill>
              </a:defRPr>
            </a:lvl6pPr>
            <a:lvl7pPr marL="2448603" indent="0" algn="ctr">
              <a:buNone/>
              <a:defRPr>
                <a:solidFill>
                  <a:schemeClr val="tx1">
                    <a:tint val="75000"/>
                  </a:schemeClr>
                </a:solidFill>
              </a:defRPr>
            </a:lvl7pPr>
            <a:lvl8pPr marL="2856704" indent="0" algn="ctr">
              <a:buNone/>
              <a:defRPr>
                <a:solidFill>
                  <a:schemeClr val="tx1">
                    <a:tint val="75000"/>
                  </a:schemeClr>
                </a:solidFill>
              </a:defRPr>
            </a:lvl8pPr>
            <a:lvl9pPr marL="3264804" indent="0" algn="ctr">
              <a:buNone/>
              <a:defRPr>
                <a:solidFill>
                  <a:schemeClr val="tx1">
                    <a:tint val="75000"/>
                  </a:schemeClr>
                </a:solidFill>
              </a:defRPr>
            </a:lvl9pPr>
          </a:lstStyle>
          <a:p>
            <a:r>
              <a:rPr lang="en-US" dirty="0"/>
              <a:t>Speaker’s Name, SAP</a:t>
            </a:r>
          </a:p>
          <a:p>
            <a:pPr marL="0" marR="0" lvl="0" indent="0" algn="l" defTabSz="816201"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3" name="Title"/>
          <p:cNvSpPr>
            <a:spLocks noGrp="1"/>
          </p:cNvSpPr>
          <p:nvPr>
            <p:ph type="title" hasCustomPrompt="1"/>
          </p:nvPr>
        </p:nvSpPr>
        <p:spPr>
          <a:xfrm>
            <a:off x="288000" y="2707200"/>
            <a:ext cx="6298683"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183246395"/>
      </p:ext>
    </p:extLst>
  </p:cSld>
  <p:clrMapOvr>
    <a:masterClrMapping/>
  </p:clrMapOvr>
  <p:extLst mod="1">
    <p:ext uri="{DCECCB84-F9BA-43D5-87BE-67443E8EF086}">
      <p15:sldGuideLst xmlns:p15="http://schemas.microsoft.com/office/powerpoint/2012/main">
        <p15:guide id="1" pos="5576">
          <p15:clr>
            <a:srgbClr val="FBAE40"/>
          </p15:clr>
        </p15:guide>
        <p15:guide id="2" orient="horz" pos="4138">
          <p15:clr>
            <a:srgbClr val="FBAE40"/>
          </p15:clr>
        </p15:guide>
        <p15:guide id="3" orient="horz" pos="1705" userDrawn="1">
          <p15:clr>
            <a:srgbClr val="FBAE40"/>
          </p15:clr>
        </p15:guide>
        <p15:guide id="4" pos="181">
          <p15:clr>
            <a:srgbClr val="FBAE40"/>
          </p15:clr>
        </p15:guide>
        <p15:guide id="5" orient="horz" pos="2334" userDrawn="1">
          <p15:clr>
            <a:srgbClr val="FBAE40"/>
          </p15:clr>
        </p15:guide>
        <p15:guide id="6" orient="horz" pos="2689" userDrawn="1">
          <p15:clr>
            <a:srgbClr val="FBAE40"/>
          </p15:clr>
        </p15:guide>
        <p15:guide id="7" orient="horz" pos="2962" userDrawn="1">
          <p15:clr>
            <a:srgbClr val="FBAE40"/>
          </p15:clr>
        </p15:guide>
        <p15:guide id="9" pos="41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pic>
        <p:nvPicPr>
          <p:cNvPr id="7" name="SAP Logo" descr="SAP Logo" title="SAP Logo"/>
          <p:cNvPicPr>
            <a:picLocks noChangeAspect="1"/>
          </p:cNvPicPr>
          <p:nvPr userDrawn="1"/>
        </p:nvPicPr>
        <p:blipFill>
          <a:blip r:embed="rId2"/>
          <a:stretch>
            <a:fillRect/>
          </a:stretch>
        </p:blipFill>
        <p:spPr>
          <a:xfrm>
            <a:off x="6888265" y="6217668"/>
            <a:ext cx="1963636" cy="360000"/>
          </a:xfrm>
          <a:prstGeom prst="rect">
            <a:avLst/>
          </a:prstGeom>
        </p:spPr>
      </p:pic>
      <p:sp>
        <p:nvSpPr>
          <p:cNvPr id="13" name="Classification"/>
          <p:cNvSpPr txBox="1"/>
          <p:nvPr userDrawn="1"/>
        </p:nvSpPr>
        <p:spPr>
          <a:xfrm>
            <a:off x="288000" y="5094000"/>
            <a:ext cx="3152820"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dirty="0"/>
              <a:t>INTERNAL</a:t>
            </a:r>
          </a:p>
        </p:txBody>
      </p:sp>
      <p:sp>
        <p:nvSpPr>
          <p:cNvPr id="19" name="Speaker"/>
          <p:cNvSpPr>
            <a:spLocks noGrp="1"/>
          </p:cNvSpPr>
          <p:nvPr userDrawn="1">
            <p:ph type="subTitle" idx="1" hasCustomPrompt="1"/>
          </p:nvPr>
        </p:nvSpPr>
        <p:spPr bwMode="black">
          <a:xfrm>
            <a:off x="288000" y="4269600"/>
            <a:ext cx="4680000" cy="430887"/>
          </a:xfrm>
        </p:spPr>
        <p:txBody>
          <a:bodyPr wrap="square" anchor="t" anchorCtr="0">
            <a:noAutofit/>
          </a:bodyPr>
          <a:lstStyle>
            <a:lvl1pPr marL="0" marR="0" indent="0" algn="l" defTabSz="816201"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408100" indent="0" algn="ctr">
              <a:buNone/>
              <a:defRPr>
                <a:solidFill>
                  <a:schemeClr val="tx1">
                    <a:tint val="75000"/>
                  </a:schemeClr>
                </a:solidFill>
              </a:defRPr>
            </a:lvl2pPr>
            <a:lvl3pPr marL="816201" indent="0" algn="ctr">
              <a:buNone/>
              <a:defRPr>
                <a:solidFill>
                  <a:schemeClr val="tx1">
                    <a:tint val="75000"/>
                  </a:schemeClr>
                </a:solidFill>
              </a:defRPr>
            </a:lvl3pPr>
            <a:lvl4pPr marL="1224301" indent="0" algn="ctr">
              <a:buNone/>
              <a:defRPr>
                <a:solidFill>
                  <a:schemeClr val="tx1">
                    <a:tint val="75000"/>
                  </a:schemeClr>
                </a:solidFill>
              </a:defRPr>
            </a:lvl4pPr>
            <a:lvl5pPr marL="1632402" indent="0" algn="ctr">
              <a:buNone/>
              <a:defRPr>
                <a:solidFill>
                  <a:schemeClr val="tx1">
                    <a:tint val="75000"/>
                  </a:schemeClr>
                </a:solidFill>
              </a:defRPr>
            </a:lvl5pPr>
            <a:lvl6pPr marL="2040503" indent="0" algn="ctr">
              <a:buNone/>
              <a:defRPr>
                <a:solidFill>
                  <a:schemeClr val="tx1">
                    <a:tint val="75000"/>
                  </a:schemeClr>
                </a:solidFill>
              </a:defRPr>
            </a:lvl6pPr>
            <a:lvl7pPr marL="2448603" indent="0" algn="ctr">
              <a:buNone/>
              <a:defRPr>
                <a:solidFill>
                  <a:schemeClr val="tx1">
                    <a:tint val="75000"/>
                  </a:schemeClr>
                </a:solidFill>
              </a:defRPr>
            </a:lvl7pPr>
            <a:lvl8pPr marL="2856704" indent="0" algn="ctr">
              <a:buNone/>
              <a:defRPr>
                <a:solidFill>
                  <a:schemeClr val="tx1">
                    <a:tint val="75000"/>
                  </a:schemeClr>
                </a:solidFill>
              </a:defRPr>
            </a:lvl8pPr>
            <a:lvl9pPr marL="3264804" indent="0" algn="ctr">
              <a:buNone/>
              <a:defRPr>
                <a:solidFill>
                  <a:schemeClr val="tx1">
                    <a:tint val="75000"/>
                  </a:schemeClr>
                </a:solidFill>
              </a:defRPr>
            </a:lvl9pPr>
          </a:lstStyle>
          <a:p>
            <a:r>
              <a:rPr lang="en-US" dirty="0"/>
              <a:t>Speaker’s Name, SAP</a:t>
            </a:r>
          </a:p>
          <a:p>
            <a:pPr marL="0" marR="0" lvl="0" indent="0" algn="l" defTabSz="816201"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3" name="Title"/>
          <p:cNvSpPr>
            <a:spLocks noGrp="1"/>
          </p:cNvSpPr>
          <p:nvPr>
            <p:ph type="title" hasCustomPrompt="1"/>
          </p:nvPr>
        </p:nvSpPr>
        <p:spPr>
          <a:xfrm>
            <a:off x="288000" y="2707200"/>
            <a:ext cx="4680000"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dirty="0"/>
              <a:t>Presentation Title </a:t>
            </a:r>
            <a:br>
              <a:rPr lang="en-US" dirty="0"/>
            </a:br>
            <a:r>
              <a:rPr lang="en-US" dirty="0"/>
              <a:t>Goes Here and Here.</a:t>
            </a:r>
          </a:p>
        </p:txBody>
      </p:sp>
      <p:sp>
        <p:nvSpPr>
          <p:cNvPr id="17" name="Pictogram Placeholder"/>
          <p:cNvSpPr>
            <a:spLocks noGrp="1"/>
          </p:cNvSpPr>
          <p:nvPr>
            <p:ph type="pic" sz="quarter" idx="16" hasCustomPrompt="1"/>
          </p:nvPr>
        </p:nvSpPr>
        <p:spPr>
          <a:xfrm>
            <a:off x="5252883" y="1629000"/>
            <a:ext cx="3600000" cy="3600000"/>
          </a:xfrm>
        </p:spPr>
        <p:txBody>
          <a:bodyPr/>
          <a:lstStyle>
            <a:lvl1pPr algn="ctr">
              <a:defRPr/>
            </a:lvl1pPr>
          </a:lstStyle>
          <a:p>
            <a:r>
              <a:rPr lang="en-US" dirty="0"/>
              <a:t>Click icon to add pictogram</a:t>
            </a:r>
            <a:endParaRPr lang="de-DE" dirty="0"/>
          </a:p>
        </p:txBody>
      </p:sp>
    </p:spTree>
    <p:extLst>
      <p:ext uri="{BB962C8B-B14F-4D97-AF65-F5344CB8AC3E}">
        <p14:creationId xmlns:p14="http://schemas.microsoft.com/office/powerpoint/2010/main" val="3617652191"/>
      </p:ext>
    </p:extLst>
  </p:cSld>
  <p:clrMapOvr>
    <a:masterClrMapping/>
  </p:clrMapOvr>
  <p:extLst mod="1">
    <p:ext uri="{DCECCB84-F9BA-43D5-87BE-67443E8EF086}">
      <p15:sldGuideLst xmlns:p15="http://schemas.microsoft.com/office/powerpoint/2012/main">
        <p15:guide id="1" pos="5576">
          <p15:clr>
            <a:srgbClr val="FBAE40"/>
          </p15:clr>
        </p15:guide>
        <p15:guide id="2" orient="horz" pos="4138">
          <p15:clr>
            <a:srgbClr val="FBAE40"/>
          </p15:clr>
        </p15:guide>
        <p15:guide id="3" orient="horz" pos="1705">
          <p15:clr>
            <a:srgbClr val="FBAE40"/>
          </p15:clr>
        </p15:guide>
        <p15:guide id="4" pos="181">
          <p15:clr>
            <a:srgbClr val="FBAE40"/>
          </p15:clr>
        </p15:guide>
        <p15:guide id="5" orient="horz" pos="2334">
          <p15:clr>
            <a:srgbClr val="FBAE40"/>
          </p15:clr>
        </p15:guide>
        <p15:guide id="6" orient="horz" pos="2689">
          <p15:clr>
            <a:srgbClr val="FBAE40"/>
          </p15:clr>
        </p15:guide>
        <p15:guide id="7" orient="horz" pos="2962">
          <p15:clr>
            <a:srgbClr val="FBAE40"/>
          </p15:clr>
        </p15:guide>
        <p15:guide id="9" pos="313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377902" y="1620000"/>
            <a:ext cx="8386716" cy="4716000"/>
          </a:xfrm>
        </p:spPr>
        <p:txBody>
          <a:bodyPr>
            <a:normAutofit/>
          </a:bodyPr>
          <a:lstStyle>
            <a:lvl1pPr marL="0" marR="0" indent="0" algn="l" defTabSz="816201" rtl="0" eaLnBrk="1" fontAlgn="auto" latinLnBrk="0" hangingPunct="1">
              <a:lnSpc>
                <a:spcPct val="100000"/>
              </a:lnSpc>
              <a:spcBef>
                <a:spcPts val="2249"/>
              </a:spcBef>
              <a:spcAft>
                <a:spcPts val="0"/>
              </a:spcAft>
              <a:buClr>
                <a:schemeClr val="accent1"/>
              </a:buClr>
              <a:buSzPct val="80000"/>
              <a:buFontTx/>
              <a:buNone/>
              <a:tabLst/>
              <a:defRPr sz="2000" b="0"/>
            </a:lvl1pPr>
            <a:lvl2pPr marL="134937" marR="0" indent="-134937" algn="l" defTabSz="816201" rtl="0" eaLnBrk="1" fontAlgn="auto" latinLnBrk="0" hangingPunct="1">
              <a:lnSpc>
                <a:spcPct val="100000"/>
              </a:lnSpc>
              <a:spcBef>
                <a:spcPts val="450"/>
              </a:spcBef>
              <a:spcAft>
                <a:spcPts val="0"/>
              </a:spcAft>
              <a:buClr>
                <a:schemeClr val="accent1"/>
              </a:buClr>
              <a:buSzPct val="100000"/>
              <a:buFont typeface="Wingdings" panose="05000000000000000000" pitchFamily="2" charset="2"/>
              <a:buChar char="§"/>
              <a:tabLst/>
              <a:defRPr sz="1800"/>
            </a:lvl2pPr>
            <a:lvl3pPr marL="269874" marR="0" indent="-134478" algn="l" defTabSz="816201" rtl="0" eaLnBrk="1" fontAlgn="auto" latinLnBrk="0" hangingPunct="1">
              <a:lnSpc>
                <a:spcPct val="100000"/>
              </a:lnSpc>
              <a:spcBef>
                <a:spcPts val="300"/>
              </a:spcBef>
              <a:spcAft>
                <a:spcPts val="0"/>
              </a:spcAft>
              <a:buClr>
                <a:schemeClr val="tx1"/>
              </a:buClr>
              <a:buSzPct val="100000"/>
              <a:buFont typeface="Arial" pitchFamily="34" charset="0"/>
              <a:buChar char="–"/>
              <a:tabLst/>
              <a:defRPr sz="1350" baseline="0"/>
            </a:lvl3pPr>
            <a:lvl4pPr marL="404811" marR="0" indent="-134937" algn="l" defTabSz="816201" rtl="0" eaLnBrk="1" fontAlgn="auto" latinLnBrk="0" hangingPunct="1">
              <a:lnSpc>
                <a:spcPct val="100000"/>
              </a:lnSpc>
              <a:spcBef>
                <a:spcPts val="187"/>
              </a:spcBef>
              <a:spcAft>
                <a:spcPts val="0"/>
              </a:spcAft>
              <a:buClr>
                <a:schemeClr val="tx1"/>
              </a:buClr>
              <a:buSzPct val="100000"/>
              <a:buFont typeface="Courier New" pitchFamily="49" charset="0"/>
              <a:buChar char="o"/>
              <a:tabLst/>
              <a:defRPr sz="12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1020" userDrawn="1">
          <p15:clr>
            <a:srgbClr val="FBAE40"/>
          </p15:clr>
        </p15:guide>
        <p15:guide id="3" pos="5522" userDrawn="1">
          <p15:clr>
            <a:srgbClr val="FBAE40"/>
          </p15:clr>
        </p15:guide>
        <p15:guide id="4" orient="horz" pos="316" userDrawn="1">
          <p15:clr>
            <a:srgbClr val="FBAE40"/>
          </p15:clr>
        </p15:guide>
        <p15:guide id="5" orient="horz" pos="551" userDrawn="1">
          <p15:clr>
            <a:srgbClr val="FBAE40"/>
          </p15:clr>
        </p15:guide>
        <p15:guide id="6" orient="horz" pos="39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377902" y="3090446"/>
            <a:ext cx="8386716"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extLst mod="1">
    <p:ext uri="{DCECCB84-F9BA-43D5-87BE-67443E8EF086}">
      <p15:sldGuideLst xmlns:p15="http://schemas.microsoft.com/office/powerpoint/2012/main">
        <p15:guide id="1" pos="238" userDrawn="1">
          <p15:clr>
            <a:srgbClr val="FBAE40"/>
          </p15:clr>
        </p15:guide>
        <p15:guide id="2" orient="horz" pos="2160" userDrawn="1">
          <p15:clr>
            <a:srgbClr val="FBAE40"/>
          </p15:clr>
        </p15:guide>
        <p15:guide id="3" pos="552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9144000" cy="3430800"/>
          </a:xfrm>
          <a:noFill/>
        </p:spPr>
        <p:txBody>
          <a:bodyPr tIns="324000"/>
          <a:lstStyle>
            <a:lvl1pPr marL="0" marR="0" indent="0" algn="ctr" defTabSz="816201" rtl="0" eaLnBrk="1" fontAlgn="auto" latinLnBrk="0" hangingPunct="1">
              <a:lnSpc>
                <a:spcPct val="100000"/>
              </a:lnSpc>
              <a:spcBef>
                <a:spcPts val="900"/>
              </a:spcBef>
              <a:spcAft>
                <a:spcPts val="0"/>
              </a:spcAft>
              <a:buClr>
                <a:schemeClr val="accent1"/>
              </a:buClr>
              <a:buSzPct val="80000"/>
              <a:buFontTx/>
              <a:buNone/>
              <a:tabLst/>
              <a:defRPr sz="1200">
                <a:solidFill>
                  <a:schemeClr val="tx1"/>
                </a:solidFill>
              </a:defRPr>
            </a:lvl1pPr>
          </a:lstStyle>
          <a:p>
            <a:pPr marL="0" marR="0" lvl="0" indent="0" algn="ctr" defTabSz="816201" rtl="0" eaLnBrk="1" fontAlgn="auto" latinLnBrk="0" hangingPunct="1">
              <a:lnSpc>
                <a:spcPct val="100000"/>
              </a:lnSpc>
              <a:spcBef>
                <a:spcPts val="900"/>
              </a:spcBef>
              <a:spcAft>
                <a:spcPts val="0"/>
              </a:spcAft>
              <a:buClr>
                <a:schemeClr val="accent1"/>
              </a:buClr>
              <a:buSzPct val="80000"/>
              <a:buFontTx/>
              <a:buNone/>
              <a:tabLst/>
              <a:defRPr/>
            </a:pPr>
            <a:r>
              <a:rPr lang="en-US" dirty="0"/>
              <a:t>Placeholder for image</a:t>
            </a:r>
          </a:p>
        </p:txBody>
      </p:sp>
      <p:sp>
        <p:nvSpPr>
          <p:cNvPr id="2" name="Divider text"/>
          <p:cNvSpPr>
            <a:spLocks noGrp="1"/>
          </p:cNvSpPr>
          <p:nvPr>
            <p:ph type="ctrTitle" hasCustomPrompt="1"/>
          </p:nvPr>
        </p:nvSpPr>
        <p:spPr bwMode="black">
          <a:xfrm>
            <a:off x="377902" y="1375046"/>
            <a:ext cx="8386716"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extLst mod="1">
    <p:ext uri="{DCECCB84-F9BA-43D5-87BE-67443E8EF086}">
      <p15:sldGuideLst xmlns:p15="http://schemas.microsoft.com/office/powerpoint/2012/main">
        <p15:guide id="1" orient="horz" pos="2160" userDrawn="1">
          <p15:clr>
            <a:srgbClr val="FBAE40"/>
          </p15:clr>
        </p15:guide>
        <p15:guide id="2" pos="5522" userDrawn="1">
          <p15:clr>
            <a:srgbClr val="FBAE40"/>
          </p15:clr>
        </p15:guide>
        <p15:guide id="3" pos="238"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llustration">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4338000"/>
            <a:ext cx="9144000" cy="2520000"/>
          </a:xfrm>
          <a:noFill/>
        </p:spPr>
        <p:txBody>
          <a:bodyPr tIns="324000"/>
          <a:lstStyle>
            <a:lvl1pPr marL="0" marR="0" indent="0" algn="ctr" defTabSz="816201" rtl="0" eaLnBrk="1" fontAlgn="auto" latinLnBrk="0" hangingPunct="1">
              <a:lnSpc>
                <a:spcPct val="100000"/>
              </a:lnSpc>
              <a:spcBef>
                <a:spcPts val="900"/>
              </a:spcBef>
              <a:spcAft>
                <a:spcPts val="0"/>
              </a:spcAft>
              <a:buClr>
                <a:schemeClr val="accent1"/>
              </a:buClr>
              <a:buSzPct val="80000"/>
              <a:buFontTx/>
              <a:buNone/>
              <a:tabLst/>
              <a:defRPr sz="1200">
                <a:solidFill>
                  <a:schemeClr val="tx1"/>
                </a:solidFill>
              </a:defRPr>
            </a:lvl1pPr>
          </a:lstStyle>
          <a:p>
            <a:pPr marL="0" marR="0" lvl="0" indent="0" algn="ctr" defTabSz="816201" rtl="0" eaLnBrk="1" fontAlgn="auto" latinLnBrk="0" hangingPunct="1">
              <a:lnSpc>
                <a:spcPct val="100000"/>
              </a:lnSpc>
              <a:spcBef>
                <a:spcPts val="900"/>
              </a:spcBef>
              <a:spcAft>
                <a:spcPts val="0"/>
              </a:spcAft>
              <a:buClr>
                <a:schemeClr val="accent1"/>
              </a:buClr>
              <a:buSzPct val="80000"/>
              <a:buFontTx/>
              <a:buNone/>
              <a:tabLst/>
              <a:defRPr/>
            </a:pPr>
            <a:r>
              <a:rPr lang="en-US" dirty="0"/>
              <a:t>Placeholder for illustration</a:t>
            </a:r>
          </a:p>
        </p:txBody>
      </p:sp>
      <p:sp>
        <p:nvSpPr>
          <p:cNvPr id="2" name="Divider text"/>
          <p:cNvSpPr>
            <a:spLocks noGrp="1"/>
          </p:cNvSpPr>
          <p:nvPr>
            <p:ph type="ctrTitle" hasCustomPrompt="1"/>
          </p:nvPr>
        </p:nvSpPr>
        <p:spPr bwMode="black">
          <a:xfrm>
            <a:off x="377902" y="3092400"/>
            <a:ext cx="8386716"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3238133862"/>
      </p:ext>
    </p:extLst>
  </p:cSld>
  <p:clrMapOvr>
    <a:masterClrMapping/>
  </p:clrMapOvr>
  <p:hf sldNum="0" hdr="0" ftr="0" dt="0"/>
  <p:extLst mod="1">
    <p:ext uri="{DCECCB84-F9BA-43D5-87BE-67443E8EF086}">
      <p15:sldGuideLst xmlns:p15="http://schemas.microsoft.com/office/powerpoint/2012/main">
        <p15:guide id="1" orient="horz" pos="2375" userDrawn="1">
          <p15:clr>
            <a:srgbClr val="FBAE40"/>
          </p15:clr>
        </p15:guide>
        <p15:guide id="2" pos="5522">
          <p15:clr>
            <a:srgbClr val="FBAE40"/>
          </p15:clr>
        </p15:guide>
        <p15:guide id="3" pos="238">
          <p15:clr>
            <a:srgbClr val="FBAE40"/>
          </p15:clr>
        </p15:guide>
        <p15:guide id="5" orient="horz" pos="2732" userDrawn="1">
          <p15:clr>
            <a:srgbClr val="FBAE40"/>
          </p15:clr>
        </p15:guide>
        <p15:guide id="6" orient="horz" pos="19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17" userDrawn="1">
          <p15:clr>
            <a:srgbClr val="FBAE40"/>
          </p15:clr>
        </p15:guide>
        <p15:guide id="3" pos="5522" userDrawn="1">
          <p15:clr>
            <a:srgbClr val="FBAE40"/>
          </p15:clr>
        </p15:guide>
        <p15:guide id="4" orient="horz" pos="551" userDrawn="1">
          <p15:clr>
            <a:srgbClr val="FBAE40"/>
          </p15:clr>
        </p15:guide>
        <p15:guide id="5" orient="horz" pos="39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377901" y="1620000"/>
            <a:ext cx="8387673"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377902" y="504000"/>
            <a:ext cx="8387673" cy="369332"/>
          </a:xfrm>
        </p:spPr>
        <p:txBody>
          <a:bodyPr>
            <a:spAutoFit/>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extLst mod="1">
    <p:ext uri="{DCECCB84-F9BA-43D5-87BE-67443E8EF086}">
      <p15:sldGuideLst xmlns:p15="http://schemas.microsoft.com/office/powerpoint/2012/main">
        <p15:guide id="1" pos="237" userDrawn="1">
          <p15:clr>
            <a:srgbClr val="FBAE40"/>
          </p15:clr>
        </p15:guide>
        <p15:guide id="2" orient="horz" pos="3991" userDrawn="1">
          <p15:clr>
            <a:srgbClr val="FBAE40"/>
          </p15:clr>
        </p15:guide>
        <p15:guide id="3" pos="5522" userDrawn="1">
          <p15:clr>
            <a:srgbClr val="FBAE40"/>
          </p15:clr>
        </p15:guide>
        <p15:guide id="4" orient="horz" pos="318" userDrawn="1">
          <p15:clr>
            <a:srgbClr val="FBAE40"/>
          </p15:clr>
        </p15:guide>
        <p15:guide id="5" orient="horz" pos="552" userDrawn="1">
          <p15:clr>
            <a:srgbClr val="FBAE40"/>
          </p15:clr>
        </p15:guide>
        <p15:guide id="6" orient="horz" pos="101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4770615" y="1620000"/>
            <a:ext cx="399496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377901" y="1620000"/>
            <a:ext cx="399496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377902" y="504000"/>
            <a:ext cx="8387673" cy="369332"/>
          </a:xfrm>
        </p:spPr>
        <p:txBody>
          <a:bodyPr>
            <a:spAutoFit/>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991" userDrawn="1">
          <p15:clr>
            <a:srgbClr val="FBAE40"/>
          </p15:clr>
        </p15:guide>
        <p15:guide id="3" pos="5522" userDrawn="1">
          <p15:clr>
            <a:srgbClr val="FBAE40"/>
          </p15:clr>
        </p15:guide>
        <p15:guide id="4" pos="2755" userDrawn="1">
          <p15:clr>
            <a:srgbClr val="FBAE40"/>
          </p15:clr>
        </p15:guide>
        <p15:guide id="5" pos="3004" userDrawn="1">
          <p15:clr>
            <a:srgbClr val="FBAE40"/>
          </p15:clr>
        </p15:guide>
        <p15:guide id="6" orient="horz" pos="317" userDrawn="1">
          <p15:clr>
            <a:srgbClr val="FBAE40"/>
          </p15:clr>
        </p15:guide>
        <p15:guide id="7" orient="horz" pos="551" userDrawn="1">
          <p15:clr>
            <a:srgbClr val="FBAE40"/>
          </p15:clr>
        </p15:guide>
        <p15:guide id="8" orient="horz" pos="102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6093271" y="1620000"/>
            <a:ext cx="2672304"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3235586" y="1620000"/>
            <a:ext cx="2672304"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377902" y="1620000"/>
            <a:ext cx="2672304"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377902" y="504000"/>
            <a:ext cx="8387673" cy="369332"/>
          </a:xfrm>
        </p:spPr>
        <p:txBody>
          <a:bodyPr>
            <a:spAutoFit/>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17" userDrawn="1">
          <p15:clr>
            <a:srgbClr val="FBAE40"/>
          </p15:clr>
        </p15:guide>
        <p15:guide id="3" pos="1922" userDrawn="1">
          <p15:clr>
            <a:srgbClr val="FBAE40"/>
          </p15:clr>
        </p15:guide>
        <p15:guide id="4" pos="2037" userDrawn="1">
          <p15:clr>
            <a:srgbClr val="FBAE40"/>
          </p15:clr>
        </p15:guide>
        <p15:guide id="5" pos="3722" userDrawn="1">
          <p15:clr>
            <a:srgbClr val="FBAE40"/>
          </p15:clr>
        </p15:guide>
        <p15:guide id="6" pos="3838" userDrawn="1">
          <p15:clr>
            <a:srgbClr val="FBAE40"/>
          </p15:clr>
        </p15:guide>
        <p15:guide id="7" pos="5522" userDrawn="1">
          <p15:clr>
            <a:srgbClr val="FBAE40"/>
          </p15:clr>
        </p15:guide>
        <p15:guide id="8" orient="horz" pos="551" userDrawn="1">
          <p15:clr>
            <a:srgbClr val="FBAE40"/>
          </p15:clr>
        </p15:guide>
        <p15:guide id="9" orient="horz" pos="1020" userDrawn="1">
          <p15:clr>
            <a:srgbClr val="FBAE40"/>
          </p15:clr>
        </p15:guide>
        <p15:guide id="10" orient="horz" pos="39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4755375" y="4770000"/>
            <a:ext cx="4014000" cy="1566000"/>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4755375" y="1620000"/>
            <a:ext cx="4014000" cy="2631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377901" y="4770000"/>
            <a:ext cx="4014000" cy="1566000"/>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377901" y="1620000"/>
            <a:ext cx="4014000" cy="2631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377902" y="504000"/>
            <a:ext cx="8387673" cy="369332"/>
          </a:xfrm>
        </p:spPr>
        <p:txBody>
          <a:bodyPr>
            <a:spAutoFit/>
          </a:bodyPr>
          <a:lstStyle/>
          <a:p>
            <a:r>
              <a:rPr lang="en-US" noProof="0" dirty="0"/>
              <a:t>Insert page title (sentence case)</a:t>
            </a:r>
            <a:endParaRPr lang="en-US" dirty="0"/>
          </a:p>
        </p:txBody>
      </p:sp>
    </p:spTree>
    <p:extLst>
      <p:ext uri="{BB962C8B-B14F-4D97-AF65-F5344CB8AC3E}">
        <p14:creationId xmlns:p14="http://schemas.microsoft.com/office/powerpoint/2010/main" val="2504941297"/>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2678" userDrawn="1">
          <p15:clr>
            <a:srgbClr val="FBAE40"/>
          </p15:clr>
        </p15:guide>
        <p15:guide id="6" orient="horz" pos="3004" userDrawn="1">
          <p15:clr>
            <a:srgbClr val="FBAE40"/>
          </p15:clr>
        </p15:guide>
        <p15:guide id="7" orient="horz" pos="3991" userDrawn="1">
          <p15:clr>
            <a:srgbClr val="FBAE40"/>
          </p15:clr>
        </p15:guide>
        <p15:guide id="8" pos="2767" userDrawn="1">
          <p15:clr>
            <a:srgbClr val="FBAE40"/>
          </p15:clr>
        </p15:guide>
        <p15:guide id="9" pos="2995" userDrawn="1">
          <p15:clr>
            <a:srgbClr val="FBAE40"/>
          </p15:clr>
        </p15:guide>
        <p15:guide id="10" pos="552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6222837" y="4354922"/>
            <a:ext cx="2542738" cy="1981079"/>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6222837" y="1620000"/>
            <a:ext cx="2542738" cy="2232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3300370" y="4354922"/>
            <a:ext cx="2542738" cy="1981079"/>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3300370" y="1620000"/>
            <a:ext cx="2542738" cy="2232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377902" y="4354922"/>
            <a:ext cx="2542738" cy="1981079"/>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377902" y="1620000"/>
            <a:ext cx="2542738" cy="2232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377902" y="504000"/>
            <a:ext cx="8387673" cy="369332"/>
          </a:xfrm>
        </p:spPr>
        <p:txBody>
          <a:bodyPr>
            <a:spAutoFit/>
          </a:bodyPr>
          <a:lstStyle/>
          <a:p>
            <a:r>
              <a:rPr lang="en-US" noProof="0" dirty="0"/>
              <a:t>Insert page title (sentence case)</a:t>
            </a:r>
            <a:endParaRPr lang="en-US" dirty="0"/>
          </a:p>
        </p:txBody>
      </p:sp>
    </p:spTree>
    <p:extLst>
      <p:ext uri="{BB962C8B-B14F-4D97-AF65-F5344CB8AC3E}">
        <p14:creationId xmlns:p14="http://schemas.microsoft.com/office/powerpoint/2010/main" val="727667599"/>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17" userDrawn="1">
          <p15:clr>
            <a:srgbClr val="FBAE40"/>
          </p15:clr>
        </p15:guide>
        <p15:guide id="3" pos="1841" userDrawn="1">
          <p15:clr>
            <a:srgbClr val="FBAE40"/>
          </p15:clr>
        </p15:guide>
        <p15:guide id="4" pos="2079" userDrawn="1">
          <p15:clr>
            <a:srgbClr val="FBAE40"/>
          </p15:clr>
        </p15:guide>
        <p15:guide id="5" pos="3682" userDrawn="1">
          <p15:clr>
            <a:srgbClr val="FBAE40"/>
          </p15:clr>
        </p15:guide>
        <p15:guide id="6" pos="3919" userDrawn="1">
          <p15:clr>
            <a:srgbClr val="FBAE40"/>
          </p15:clr>
        </p15:guide>
        <p15:guide id="7" pos="5522" userDrawn="1">
          <p15:clr>
            <a:srgbClr val="FBAE40"/>
          </p15:clr>
        </p15:guide>
        <p15:guide id="8" orient="horz" pos="551" userDrawn="1">
          <p15:clr>
            <a:srgbClr val="FBAE40"/>
          </p15:clr>
        </p15:guide>
        <p15:guide id="9" orient="horz" pos="1019" userDrawn="1">
          <p15:clr>
            <a:srgbClr val="FBAE40"/>
          </p15:clr>
        </p15:guide>
        <p15:guide id="10" orient="horz" pos="2428" userDrawn="1">
          <p15:clr>
            <a:srgbClr val="FBAE40"/>
          </p15:clr>
        </p15:guide>
        <p15:guide id="11" orient="horz" pos="2743" userDrawn="1">
          <p15:clr>
            <a:srgbClr val="FBAE40"/>
          </p15:clr>
        </p15:guide>
        <p15:guide id="12" orient="horz" pos="399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3" name="Text placeholder - column 2"/>
          <p:cNvSpPr>
            <a:spLocks noGrp="1"/>
          </p:cNvSpPr>
          <p:nvPr>
            <p:ph type="body" sz="quarter" idx="10" hasCustomPrompt="1"/>
          </p:nvPr>
        </p:nvSpPr>
        <p:spPr>
          <a:xfrm>
            <a:off x="377902" y="3878220"/>
            <a:ext cx="1811228" cy="2457780"/>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377902" y="1620000"/>
            <a:ext cx="1811228" cy="1728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17" name="Text placeholder - column 2"/>
          <p:cNvSpPr>
            <a:spLocks noGrp="1"/>
          </p:cNvSpPr>
          <p:nvPr>
            <p:ph type="body" sz="quarter" idx="13" hasCustomPrompt="1"/>
          </p:nvPr>
        </p:nvSpPr>
        <p:spPr>
          <a:xfrm>
            <a:off x="6954347" y="3878221"/>
            <a:ext cx="1811228" cy="2457780"/>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954347" y="1620000"/>
            <a:ext cx="1811228" cy="1728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2570050" y="3878221"/>
            <a:ext cx="1811228" cy="2457780"/>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2570050" y="1620000"/>
            <a:ext cx="1811228" cy="1728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4762199" y="3878221"/>
            <a:ext cx="1811228" cy="2457780"/>
          </a:xfrm>
        </p:spPr>
        <p:txBody>
          <a:bodyPr/>
          <a:lstStyle>
            <a:lvl1pPr>
              <a:spcBef>
                <a:spcPts val="45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4762199" y="1620000"/>
            <a:ext cx="1811228" cy="1728000"/>
          </a:xfrm>
          <a:noFill/>
        </p:spPr>
        <p:txBody>
          <a:bodyPr vert="horz" lIns="0" tIns="180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377902" y="504000"/>
            <a:ext cx="8387673" cy="369332"/>
          </a:xfrm>
        </p:spPr>
        <p:txBody>
          <a:bodyPr>
            <a:spAutoFit/>
          </a:bodyPr>
          <a:lstStyle/>
          <a:p>
            <a:r>
              <a:rPr lang="en-US" noProof="0" dirty="0"/>
              <a:t>Insert page title (sentence case)</a:t>
            </a:r>
            <a:endParaRPr lang="en-US" dirty="0"/>
          </a:p>
        </p:txBody>
      </p:sp>
    </p:spTree>
    <p:extLst>
      <p:ext uri="{BB962C8B-B14F-4D97-AF65-F5344CB8AC3E}">
        <p14:creationId xmlns:p14="http://schemas.microsoft.com/office/powerpoint/2010/main" val="2680594478"/>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17" userDrawn="1">
          <p15:clr>
            <a:srgbClr val="FBAE40"/>
          </p15:clr>
        </p15:guide>
        <p15:guide id="3" orient="horz" pos="551" userDrawn="1">
          <p15:clr>
            <a:srgbClr val="FBAE40"/>
          </p15:clr>
        </p15:guide>
        <p15:guide id="4" orient="horz" pos="1021" userDrawn="1">
          <p15:clr>
            <a:srgbClr val="FBAE40"/>
          </p15:clr>
        </p15:guide>
        <p15:guide id="5" orient="horz" pos="2110" userDrawn="1">
          <p15:clr>
            <a:srgbClr val="FBAE40"/>
          </p15:clr>
        </p15:guide>
        <p15:guide id="6" orient="horz" pos="2442" userDrawn="1">
          <p15:clr>
            <a:srgbClr val="FBAE40"/>
          </p15:clr>
        </p15:guide>
        <p15:guide id="7" orient="horz" pos="3990" userDrawn="1">
          <p15:clr>
            <a:srgbClr val="FBAE40"/>
          </p15:clr>
        </p15:guide>
        <p15:guide id="8" pos="1380" userDrawn="1">
          <p15:clr>
            <a:srgbClr val="FBAE40"/>
          </p15:clr>
        </p15:guide>
        <p15:guide id="9" pos="1619" userDrawn="1">
          <p15:clr>
            <a:srgbClr val="FBAE40"/>
          </p15:clr>
        </p15:guide>
        <p15:guide id="10" pos="2762" userDrawn="1">
          <p15:clr>
            <a:srgbClr val="FBAE40"/>
          </p15:clr>
        </p15:guide>
        <p15:guide id="11" pos="2999" userDrawn="1">
          <p15:clr>
            <a:srgbClr val="FBAE40"/>
          </p15:clr>
        </p15:guide>
        <p15:guide id="12" pos="4143" userDrawn="1">
          <p15:clr>
            <a:srgbClr val="FBAE40"/>
          </p15:clr>
        </p15:guide>
        <p15:guide id="13" pos="4380" userDrawn="1">
          <p15:clr>
            <a:srgbClr val="FBAE40"/>
          </p15:clr>
        </p15:guide>
        <p15:guide id="14" pos="552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377902" y="1800000"/>
            <a:ext cx="8386716" cy="3285032"/>
          </a:xfrm>
        </p:spPr>
        <p:txBody>
          <a:bodyPr/>
          <a:lstStyle>
            <a:lvl1pPr marL="296862" indent="-296862">
              <a:lnSpc>
                <a:spcPct val="90000"/>
              </a:lnSpc>
              <a:spcBef>
                <a:spcPts val="450"/>
              </a:spcBef>
              <a:defRPr sz="4498" b="1"/>
            </a:lvl1pPr>
            <a:lvl2pPr marL="296862"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Tree>
    <p:extLst>
      <p:ext uri="{BB962C8B-B14F-4D97-AF65-F5344CB8AC3E}">
        <p14:creationId xmlns:p14="http://schemas.microsoft.com/office/powerpoint/2010/main" val="932785900"/>
      </p:ext>
    </p:extLst>
  </p:cSld>
  <p:clrMapOvr>
    <a:masterClrMapping/>
  </p:clrMapOvr>
  <p:extLst mod="1">
    <p:ext uri="{DCECCB84-F9BA-43D5-87BE-67443E8EF086}">
      <p15:sldGuideLst xmlns:p15="http://schemas.microsoft.com/office/powerpoint/2012/main">
        <p15:guide id="1" pos="238" userDrawn="1">
          <p15:clr>
            <a:srgbClr val="FBAE40"/>
          </p15:clr>
        </p15:guide>
        <p15:guide id="4" orient="horz" pos="1133" userDrawn="1">
          <p15:clr>
            <a:srgbClr val="FBAE40"/>
          </p15:clr>
        </p15:guide>
        <p15:guide id="5" orient="horz" pos="3204" userDrawn="1">
          <p15:clr>
            <a:srgbClr val="FBAE40"/>
          </p15:clr>
        </p15:guide>
        <p15:guide id="6" pos="552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and 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377902" y="1800000"/>
            <a:ext cx="8386716" cy="3285032"/>
          </a:xfrm>
        </p:spPr>
        <p:txBody>
          <a:bodyPr/>
          <a:lstStyle>
            <a:lvl1pPr marL="296862" indent="-296862">
              <a:lnSpc>
                <a:spcPct val="90000"/>
              </a:lnSpc>
              <a:spcBef>
                <a:spcPts val="450"/>
              </a:spcBef>
              <a:defRPr sz="4498" b="1"/>
            </a:lvl1pPr>
            <a:lvl2pPr marL="296862"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928401980"/>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17" userDrawn="1">
          <p15:clr>
            <a:srgbClr val="FBAE40"/>
          </p15:clr>
        </p15:guide>
        <p15:guide id="3" orient="horz" pos="551" userDrawn="1">
          <p15:clr>
            <a:srgbClr val="FBAE40"/>
          </p15:clr>
        </p15:guide>
        <p15:guide id="4" orient="horz" pos="1133" userDrawn="1">
          <p15:clr>
            <a:srgbClr val="FBAE40"/>
          </p15:clr>
        </p15:guide>
        <p15:guide id="5" orient="horz" pos="3204" userDrawn="1">
          <p15:clr>
            <a:srgbClr val="FBAE40"/>
          </p15:clr>
        </p15:guide>
        <p15:guide id="6" pos="552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6093794" y="252000"/>
            <a:ext cx="3050206" cy="6606000"/>
          </a:xfrm>
          <a:solidFill>
            <a:schemeClr val="tx2">
              <a:alpha val="70000"/>
            </a:schemeClr>
          </a:solidFill>
        </p:spPr>
        <p:txBody>
          <a:bodyPr vert="horz" lIns="0" tIns="2448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377901" y="1620000"/>
            <a:ext cx="5327574"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377902" y="504000"/>
            <a:ext cx="5327574" cy="369332"/>
          </a:xfrm>
        </p:spPr>
        <p:txBody>
          <a:bodyPr wrap="square">
            <a:spAutoFit/>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991" userDrawn="1">
          <p15:clr>
            <a:srgbClr val="FBAE40"/>
          </p15:clr>
        </p15:guide>
        <p15:guide id="3" pos="3594" userDrawn="1">
          <p15:clr>
            <a:srgbClr val="FBAE40"/>
          </p15:clr>
        </p15:guide>
        <p15:guide id="4" pos="3838" userDrawn="1">
          <p15:clr>
            <a:srgbClr val="FBAE40"/>
          </p15:clr>
        </p15:guide>
        <p15:guide id="5" orient="horz" pos="317" userDrawn="1">
          <p15:clr>
            <a:srgbClr val="FBAE40"/>
          </p15:clr>
        </p15:guide>
        <p15:guide id="6" orient="horz" pos="551" userDrawn="1">
          <p15:clr>
            <a:srgbClr val="FBAE40"/>
          </p15:clr>
        </p15:guide>
        <p15:guide id="7" orient="horz" pos="10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ext with Image 1/2">
    <p:spTree>
      <p:nvGrpSpPr>
        <p:cNvPr id="1" name=""/>
        <p:cNvGrpSpPr/>
        <p:nvPr/>
      </p:nvGrpSpPr>
      <p:grpSpPr>
        <a:xfrm>
          <a:off x="0" y="0"/>
          <a:ext cx="0" cy="0"/>
          <a:chOff x="0" y="0"/>
          <a:chExt cx="0" cy="0"/>
        </a:xfrm>
      </p:grpSpPr>
      <p:sp>
        <p:nvSpPr>
          <p:cNvPr id="5" name="Picture Placeholder 1/2 right"/>
          <p:cNvSpPr>
            <a:spLocks noGrp="1"/>
          </p:cNvSpPr>
          <p:nvPr>
            <p:ph type="pic" sz="quarter" idx="10" hasCustomPrompt="1"/>
          </p:nvPr>
        </p:nvSpPr>
        <p:spPr bwMode="gray">
          <a:xfrm>
            <a:off x="4572001" y="252000"/>
            <a:ext cx="4572000" cy="6606000"/>
          </a:xfrm>
          <a:solidFill>
            <a:schemeClr val="tx2">
              <a:alpha val="70000"/>
            </a:schemeClr>
          </a:solidFill>
        </p:spPr>
        <p:txBody>
          <a:bodyPr vert="horz" lIns="0" tIns="2448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1/2"/>
          <p:cNvSpPr>
            <a:spLocks noGrp="1"/>
          </p:cNvSpPr>
          <p:nvPr>
            <p:ph type="body" sz="quarter" idx="11" hasCustomPrompt="1"/>
          </p:nvPr>
        </p:nvSpPr>
        <p:spPr bwMode="black">
          <a:xfrm>
            <a:off x="377901" y="1620000"/>
            <a:ext cx="3816273"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p:cNvSpPr>
            <a:spLocks noGrp="1"/>
          </p:cNvSpPr>
          <p:nvPr>
            <p:ph type="title" hasCustomPrompt="1"/>
          </p:nvPr>
        </p:nvSpPr>
        <p:spPr>
          <a:xfrm>
            <a:off x="377902" y="504000"/>
            <a:ext cx="3816273" cy="369332"/>
          </a:xfrm>
        </p:spPr>
        <p:txBody>
          <a:bodyPr wrap="square">
            <a:spAutoFit/>
          </a:bodyPr>
          <a:lstStyle/>
          <a:p>
            <a:r>
              <a:rPr lang="en-US" noProof="0" dirty="0"/>
              <a:t>Insert page title</a:t>
            </a:r>
            <a:endParaRPr lang="en-US" dirty="0"/>
          </a:p>
        </p:txBody>
      </p:sp>
    </p:spTree>
    <p:extLst>
      <p:ext uri="{BB962C8B-B14F-4D97-AF65-F5344CB8AC3E}">
        <p14:creationId xmlns:p14="http://schemas.microsoft.com/office/powerpoint/2010/main" val="552787710"/>
      </p:ext>
    </p:extLst>
  </p:cSld>
  <p:clrMapOvr>
    <a:masterClrMapping/>
  </p:clrMapOvr>
  <p:extLst mod="1">
    <p:ext uri="{DCECCB84-F9BA-43D5-87BE-67443E8EF086}">
      <p15:sldGuideLst xmlns:p15="http://schemas.microsoft.com/office/powerpoint/2012/main">
        <p15:guide id="1" pos="2880"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1" userDrawn="1">
          <p15:clr>
            <a:srgbClr val="FBAE40"/>
          </p15:clr>
        </p15:guide>
        <p15:guide id="6" pos="2642" userDrawn="1">
          <p15:clr>
            <a:srgbClr val="FBAE40"/>
          </p15:clr>
        </p15:guide>
        <p15:guide id="7" pos="23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with motion band"/>
          <p:cNvSpPr>
            <a:spLocks noGrp="1"/>
          </p:cNvSpPr>
          <p:nvPr>
            <p:ph type="pic" sz="quarter" idx="10" hasCustomPrompt="1"/>
          </p:nvPr>
        </p:nvSpPr>
        <p:spPr bwMode="gray">
          <a:xfrm>
            <a:off x="1" y="252000"/>
            <a:ext cx="9144000" cy="6606000"/>
          </a:xfrm>
          <a:solidFill>
            <a:schemeClr val="tx2">
              <a:alpha val="70000"/>
            </a:schemeClr>
          </a:solidFill>
        </p:spPr>
        <p:txBody>
          <a:bodyPr vert="horz" lIns="0" tIns="2448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7" name="Slide number"/>
          <p:cNvSpPr txBox="1"/>
          <p:nvPr userDrawn="1"/>
        </p:nvSpPr>
        <p:spPr bwMode="black">
          <a:xfrm>
            <a:off x="8624511"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8" name="Classification"/>
          <p:cNvSpPr txBox="1"/>
          <p:nvPr userDrawn="1"/>
        </p:nvSpPr>
        <p:spPr bwMode="black">
          <a:xfrm>
            <a:off x="2662892" y="6559834"/>
            <a:ext cx="381515" cy="92333"/>
          </a:xfrm>
          <a:prstGeom prst="rect">
            <a:avLst/>
          </a:prstGeom>
          <a:noFill/>
        </p:spPr>
        <p:txBody>
          <a:bodyPr wrap="none" lIns="0" tIns="0" rIns="0" bIns="0" rtlCol="0">
            <a:spAutoFit/>
          </a:bodyPr>
          <a:lstStyle/>
          <a:p>
            <a:pPr marL="0" marR="0" indent="0" algn="l" defTabSz="816201"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dirty="0">
                <a:solidFill>
                  <a:schemeClr val="tx1"/>
                </a:solidFill>
                <a:latin typeface="Arial"/>
                <a:ea typeface="Arial Unicode MS"/>
                <a:cs typeface="Arial Unicode MS" pitchFamily="34" charset="-128"/>
                <a:sym typeface="Arial"/>
              </a:rPr>
              <a:t>INTERNAL</a:t>
            </a:r>
          </a:p>
        </p:txBody>
      </p:sp>
      <p:sp>
        <p:nvSpPr>
          <p:cNvPr id="9" name="Copyright"/>
          <p:cNvSpPr txBox="1"/>
          <p:nvPr userDrawn="1"/>
        </p:nvSpPr>
        <p:spPr bwMode="black">
          <a:xfrm>
            <a:off x="377903" y="6559834"/>
            <a:ext cx="2275762" cy="92333"/>
          </a:xfrm>
          <a:prstGeom prst="rect">
            <a:avLst/>
          </a:prstGeom>
          <a:noFill/>
        </p:spPr>
        <p:txBody>
          <a:bodyPr wrap="square" lIns="0" tIns="0" rIns="0" bIns="0" rtlCol="0">
            <a:spAutoFit/>
          </a:bodyPr>
          <a:lstStyle/>
          <a:p>
            <a:pPr marL="63074" marR="0" indent="-63074" algn="l" defTabSz="816201"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2018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5" name="Picture Placeholder full image"/>
          <p:cNvSpPr>
            <a:spLocks noGrp="1"/>
          </p:cNvSpPr>
          <p:nvPr>
            <p:ph type="pic" sz="quarter" idx="10" hasCustomPrompt="1"/>
          </p:nvPr>
        </p:nvSpPr>
        <p:spPr bwMode="gray">
          <a:xfrm>
            <a:off x="1" y="0"/>
            <a:ext cx="9144000" cy="6858000"/>
          </a:xfrm>
          <a:solidFill>
            <a:schemeClr val="tx2">
              <a:alpha val="70000"/>
            </a:schemeClr>
          </a:solidFill>
        </p:spPr>
        <p:txBody>
          <a:bodyPr vert="horz" lIns="0" tIns="2448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4762500" y="1620000"/>
            <a:ext cx="4003075" cy="4716000"/>
          </a:xfrm>
          <a:solidFill>
            <a:schemeClr val="tx2">
              <a:alpha val="70000"/>
            </a:schemeClr>
          </a:solidFill>
        </p:spPr>
        <p:txBody>
          <a:bodyPr vert="horz" lIns="0" tIns="1512000" rIns="0" bIns="0" rtlCol="0" anchor="t" anchorCtr="0">
            <a:noAutofit/>
          </a:bodyPr>
          <a:lstStyle>
            <a:lvl1pPr marL="0" indent="0" algn="ctr" defTabSz="816201" rtl="0" eaLnBrk="1" latinLnBrk="0" hangingPunct="1">
              <a:spcBef>
                <a:spcPts val="1446"/>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377901" y="1620000"/>
            <a:ext cx="4002012"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377902" y="504000"/>
            <a:ext cx="8387673" cy="369332"/>
          </a:xfrm>
        </p:spPr>
        <p:txBody>
          <a:bodyPr>
            <a:spAutoFit/>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1020" userDrawn="1">
          <p15:clr>
            <a:srgbClr val="FBAE40"/>
          </p15:clr>
        </p15:guide>
        <p15:guide id="3" pos="2759" userDrawn="1">
          <p15:clr>
            <a:srgbClr val="FBAE40"/>
          </p15:clr>
        </p15:guide>
        <p15:guide id="4" pos="3000" userDrawn="1">
          <p15:clr>
            <a:srgbClr val="FBAE40"/>
          </p15:clr>
        </p15:guide>
        <p15:guide id="5" pos="5522" userDrawn="1">
          <p15:clr>
            <a:srgbClr val="FBAE40"/>
          </p15:clr>
        </p15:guide>
        <p15:guide id="6" orient="horz" pos="317" userDrawn="1">
          <p15:clr>
            <a:srgbClr val="FBAE40"/>
          </p15:clr>
        </p15:guide>
        <p15:guide id="7" orient="horz" pos="551" userDrawn="1">
          <p15:clr>
            <a:srgbClr val="FBAE40"/>
          </p15:clr>
        </p15:guide>
        <p15:guide id="8" orient="horz" pos="399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377902" y="1620000"/>
            <a:ext cx="8386716" cy="4716000"/>
          </a:xfrm>
          <a:solidFill>
            <a:schemeClr val="tx2">
              <a:alpha val="70000"/>
            </a:schemeClr>
          </a:solidFill>
        </p:spPr>
        <p:txBody>
          <a:bodyPr tIns="1368000"/>
          <a:lstStyle>
            <a:lvl1pPr algn="ctr">
              <a:defRPr sz="105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extLst mod="1">
    <p:ext uri="{DCECCB84-F9BA-43D5-87BE-67443E8EF086}">
      <p15:sldGuideLst xmlns:p15="http://schemas.microsoft.com/office/powerpoint/2012/main">
        <p15:guide id="1" pos="238"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1" userDrawn="1">
          <p15:clr>
            <a:srgbClr val="FBAE40"/>
          </p15:clr>
        </p15:guide>
        <p15:guide id="6" pos="5522"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2483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pic>
        <p:nvPicPr>
          <p:cNvPr id="6" name="SAP Logo" descr="SAP Logo" title="SAP Logo"/>
          <p:cNvPicPr>
            <a:picLocks noChangeAspect="1"/>
          </p:cNvPicPr>
          <p:nvPr userDrawn="1"/>
        </p:nvPicPr>
        <p:blipFill>
          <a:blip r:embed="rId2"/>
          <a:stretch>
            <a:fillRect/>
          </a:stretch>
        </p:blipFill>
        <p:spPr>
          <a:xfrm>
            <a:off x="6802539" y="5994000"/>
            <a:ext cx="1963636" cy="360000"/>
          </a:xfrm>
          <a:prstGeom prst="rect">
            <a:avLst/>
          </a:prstGeom>
        </p:spPr>
      </p:pic>
      <p:sp>
        <p:nvSpPr>
          <p:cNvPr id="93" name="Contact information"/>
          <p:cNvSpPr>
            <a:spLocks noGrp="1"/>
          </p:cNvSpPr>
          <p:nvPr>
            <p:ph type="body" sz="quarter" idx="10" hasCustomPrompt="1"/>
          </p:nvPr>
        </p:nvSpPr>
        <p:spPr>
          <a:xfrm>
            <a:off x="377901" y="2905487"/>
            <a:ext cx="4194099" cy="2501010"/>
          </a:xfrm>
        </p:spPr>
        <p:txBody>
          <a:bodyPr anchor="t" anchorCtr="0">
            <a:noAutofit/>
          </a:bodyPr>
          <a:lstStyle>
            <a:lvl1pPr>
              <a:spcBef>
                <a:spcPts val="0"/>
              </a:spcBef>
              <a:spcAft>
                <a:spcPts val="9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377901" y="1467009"/>
            <a:ext cx="4194099"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spTree>
    <p:extLst>
      <p:ext uri="{BB962C8B-B14F-4D97-AF65-F5344CB8AC3E}">
        <p14:creationId xmlns:p14="http://schemas.microsoft.com/office/powerpoint/2010/main" val="781090314"/>
      </p:ext>
    </p:extLst>
  </p:cSld>
  <p:clrMapOvr>
    <a:masterClrMapping/>
  </p:clrMapOvr>
  <p:hf sldNum="0" hdr="0" ftr="0" dt="0"/>
  <p:extLst mod="1">
    <p:ext uri="{DCECCB84-F9BA-43D5-87BE-67443E8EF086}">
      <p15:sldGuideLst xmlns:p15="http://schemas.microsoft.com/office/powerpoint/2012/main">
        <p15:guide id="1" pos="5522" userDrawn="1">
          <p15:clr>
            <a:srgbClr val="FBAE40"/>
          </p15:clr>
        </p15:guide>
        <p15:guide id="2" orient="horz" pos="924" userDrawn="1">
          <p15:clr>
            <a:srgbClr val="FBAE40"/>
          </p15:clr>
        </p15:guide>
        <p15:guide id="4" orient="horz" pos="1830" userDrawn="1">
          <p15:clr>
            <a:srgbClr val="FBAE40"/>
          </p15:clr>
        </p15:guide>
        <p15:guide id="5" orient="horz" pos="4000" userDrawn="1">
          <p15:clr>
            <a:srgbClr val="FBAE40"/>
          </p15:clr>
        </p15:guide>
        <p15:guide id="6" pos="238" userDrawn="1">
          <p15:clr>
            <a:srgbClr val="FBAE40"/>
          </p15:clr>
        </p15:guide>
        <p15:guide id="8" pos="2880" userDrawn="1">
          <p15:clr>
            <a:srgbClr val="FBAE40"/>
          </p15:clr>
        </p15:guide>
        <p15:guide id="9" orient="horz" pos="31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pic>
        <p:nvPicPr>
          <p:cNvPr id="19" name="SAP Logo" descr="SAP Logo" title="SAP Logo"/>
          <p:cNvPicPr>
            <a:picLocks noChangeAspect="1"/>
          </p:cNvPicPr>
          <p:nvPr userDrawn="1"/>
        </p:nvPicPr>
        <p:blipFill>
          <a:blip r:embed="rId2"/>
          <a:stretch>
            <a:fillRect/>
          </a:stretch>
        </p:blipFill>
        <p:spPr>
          <a:xfrm>
            <a:off x="6802539" y="5994000"/>
            <a:ext cx="1963636" cy="360000"/>
          </a:xfrm>
          <a:prstGeom prst="rect">
            <a:avLst/>
          </a:prstGeom>
        </p:spPr>
      </p:pic>
      <p:sp>
        <p:nvSpPr>
          <p:cNvPr id="11" name="Copyright information English"/>
          <p:cNvSpPr txBox="1"/>
          <p:nvPr userDrawn="1"/>
        </p:nvSpPr>
        <p:spPr bwMode="black">
          <a:xfrm>
            <a:off x="390978" y="2645292"/>
            <a:ext cx="4427456"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700" b="0" noProof="0" dirty="0"/>
              <a:t>© 2018 SAP SE or an SAP affiliate company. All rights reserved.</a:t>
            </a:r>
            <a:endParaRPr lang="de-DE" sz="700" kern="0" dirty="0">
              <a:ea typeface="Arial Unicode MS" pitchFamily="34" charset="-128"/>
              <a:cs typeface="Arial Unicode MS" pitchFamily="34" charset="-128"/>
            </a:endParaRPr>
          </a:p>
          <a:p>
            <a:pPr>
              <a:spcBef>
                <a:spcPts val="600"/>
              </a:spcBef>
            </a:pPr>
            <a:r>
              <a:rPr lang="en-US" sz="7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7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7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7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a:t>
            </a:r>
            <a:br>
              <a:rPr lang="en-US" sz="700" kern="1200" dirty="0">
                <a:solidFill>
                  <a:schemeClr val="tx1"/>
                </a:solidFill>
                <a:latin typeface="Arial"/>
                <a:ea typeface="Arial Unicode MS" panose="020B0604020202020204" pitchFamily="34" charset="-128"/>
                <a:cs typeface="+mn-cs"/>
              </a:rPr>
            </a:br>
            <a:r>
              <a:rPr lang="en-US" sz="700" kern="1200" dirty="0">
                <a:solidFill>
                  <a:schemeClr val="tx1"/>
                </a:solidFill>
                <a:latin typeface="Arial"/>
                <a:ea typeface="Arial Unicode MS" panose="020B0604020202020204" pitchFamily="34" charset="-128"/>
                <a:cs typeface="+mn-cs"/>
              </a:rPr>
              <a:t>in this document or any related presentation, or to develop or release any functionality mentioned therein. </a:t>
            </a:r>
            <a:br>
              <a:rPr lang="en-US" sz="700" kern="1200" dirty="0">
                <a:solidFill>
                  <a:schemeClr val="tx1"/>
                </a:solidFill>
                <a:latin typeface="Arial"/>
                <a:ea typeface="Arial Unicode MS" panose="020B0604020202020204" pitchFamily="34" charset="-128"/>
                <a:cs typeface="+mn-cs"/>
              </a:rPr>
            </a:br>
            <a:r>
              <a:rPr lang="en-US" sz="700" kern="1200" dirty="0">
                <a:solidFill>
                  <a:schemeClr val="tx1"/>
                </a:solidFill>
                <a:latin typeface="Arial"/>
                <a:ea typeface="Arial Unicode MS" panose="020B0604020202020204" pitchFamily="34" charset="-128"/>
                <a:cs typeface="+mn-cs"/>
              </a:rPr>
              <a:t>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t>
            </a:r>
            <a:br>
              <a:rPr lang="en-US" sz="700" kern="1200" dirty="0">
                <a:solidFill>
                  <a:schemeClr val="tx1"/>
                </a:solidFill>
                <a:latin typeface="Arial"/>
                <a:ea typeface="Arial Unicode MS" panose="020B0604020202020204" pitchFamily="34" charset="-128"/>
                <a:cs typeface="+mn-cs"/>
              </a:rPr>
            </a:br>
            <a:r>
              <a:rPr lang="en-US" sz="700" kern="1200" dirty="0">
                <a:solidFill>
                  <a:schemeClr val="tx1"/>
                </a:solidFill>
                <a:latin typeface="Arial"/>
                <a:ea typeface="Arial Unicode MS" panose="020B0604020202020204" pitchFamily="34" charset="-128"/>
                <a:cs typeface="+mn-cs"/>
              </a:rPr>
              <a:t>All forward-looking statements are subject to various</a:t>
            </a:r>
            <a:r>
              <a:rPr lang="en-US" sz="700" kern="1200" baseline="0" dirty="0">
                <a:solidFill>
                  <a:schemeClr val="tx1"/>
                </a:solidFill>
                <a:latin typeface="Arial"/>
                <a:ea typeface="Arial Unicode MS" panose="020B0604020202020204" pitchFamily="34" charset="-128"/>
                <a:cs typeface="+mn-cs"/>
              </a:rPr>
              <a:t> </a:t>
            </a:r>
            <a:r>
              <a:rPr lang="en-US" sz="7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7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a:t>
            </a:r>
            <a:br>
              <a:rPr lang="en-US" sz="700" kern="1200" dirty="0">
                <a:solidFill>
                  <a:schemeClr val="tx1"/>
                </a:solidFill>
                <a:latin typeface="Arial"/>
                <a:ea typeface="Arial Unicode MS" panose="020B0604020202020204" pitchFamily="34" charset="-128"/>
                <a:cs typeface="+mn-cs"/>
              </a:rPr>
            </a:br>
            <a:r>
              <a:rPr lang="en-US" sz="700" kern="1200" dirty="0">
                <a:solidFill>
                  <a:schemeClr val="tx1"/>
                </a:solidFill>
                <a:latin typeface="Arial"/>
                <a:ea typeface="Arial Unicode MS" panose="020B0604020202020204" pitchFamily="34" charset="-128"/>
                <a:cs typeface="+mn-cs"/>
              </a:rPr>
              <a:t>or registered trademarks of SAP SE (or an SAP affiliate company) in Germany and other countries. All other product and service names mentioned are the trademarks of their respective companies. </a:t>
            </a:r>
          </a:p>
          <a:p>
            <a:pPr>
              <a:spcBef>
                <a:spcPts val="600"/>
              </a:spcBef>
            </a:pPr>
            <a:r>
              <a:rPr lang="en-US" sz="700" kern="1200" dirty="0">
                <a:solidFill>
                  <a:schemeClr val="tx1"/>
                </a:solidFill>
                <a:latin typeface="Arial"/>
                <a:ea typeface="Arial Unicode MS" panose="020B0604020202020204" pitchFamily="34" charset="-128"/>
                <a:cs typeface="+mn-cs"/>
              </a:rPr>
              <a:t>See </a:t>
            </a:r>
            <a:r>
              <a:rPr lang="en-US" sz="700" kern="1200" dirty="0">
                <a:solidFill>
                  <a:schemeClr val="tx2"/>
                </a:solidFill>
                <a:latin typeface="Arial"/>
                <a:ea typeface="Arial Unicode MS" panose="020B0604020202020204" pitchFamily="34" charset="-128"/>
                <a:cs typeface="+mn-cs"/>
                <a:hlinkClick r:id="rId3"/>
              </a:rPr>
              <a:t>www.sap.com/corporate-en/legal/copyright/index.epx</a:t>
            </a:r>
            <a:r>
              <a:rPr lang="en-US" sz="700" kern="1200" dirty="0">
                <a:solidFill>
                  <a:schemeClr val="tx2"/>
                </a:solidFill>
                <a:latin typeface="Arial"/>
                <a:ea typeface="Arial Unicode MS" panose="020B0604020202020204" pitchFamily="34" charset="-128"/>
                <a:cs typeface="+mn-cs"/>
              </a:rPr>
              <a:t> </a:t>
            </a:r>
            <a:r>
              <a:rPr lang="en-US" sz="700" kern="1200" dirty="0">
                <a:solidFill>
                  <a:schemeClr val="tx1"/>
                </a:solidFill>
                <a:latin typeface="Arial"/>
                <a:ea typeface="Arial Unicode MS" panose="020B0604020202020204" pitchFamily="34" charset="-128"/>
                <a:cs typeface="+mn-cs"/>
              </a:rPr>
              <a:t>for additional trademark information and notices.</a:t>
            </a:r>
          </a:p>
        </p:txBody>
      </p:sp>
      <p:sp>
        <p:nvSpPr>
          <p:cNvPr id="12" name="www.sap.com - contact SAP link">
            <a:hlinkClick r:id="rId4" tooltip="www.sap.com/contactsap"/>
          </p:cNvPr>
          <p:cNvSpPr txBox="1"/>
          <p:nvPr userDrawn="1"/>
        </p:nvSpPr>
        <p:spPr bwMode="black">
          <a:xfrm>
            <a:off x="390218" y="2461398"/>
            <a:ext cx="221539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a:t>
            </a:r>
            <a:r>
              <a:rPr lang="en-US" sz="1100" b="1" kern="1200" dirty="0">
                <a:solidFill>
                  <a:schemeClr val="tx1"/>
                </a:solidFill>
                <a:latin typeface="Arial"/>
                <a:ea typeface="Arial Unicode MS" panose="020B0604020202020204" pitchFamily="34" charset="-128"/>
                <a:cs typeface="+mn-cs"/>
              </a:rPr>
              <a:t>/contactsap</a:t>
            </a:r>
          </a:p>
        </p:txBody>
      </p:sp>
      <p:pic>
        <p:nvPicPr>
          <p:cNvPr id="3" name="Plus Google com icon with link">
            <a:hlinkClick r:id="rId5"/>
          </p:cNvPr>
          <p:cNvPicPr>
            <a:picLocks noChangeAspect="1"/>
          </p:cNvPicPr>
          <p:nvPr userDrawn="1"/>
        </p:nvPicPr>
        <p:blipFill>
          <a:blip r:embed="rId6"/>
          <a:stretch>
            <a:fillRect/>
          </a:stretch>
        </p:blipFill>
        <p:spPr>
          <a:xfrm>
            <a:off x="2749537" y="1751480"/>
            <a:ext cx="363600" cy="363600"/>
          </a:xfrm>
          <a:prstGeom prst="rect">
            <a:avLst/>
          </a:prstGeom>
        </p:spPr>
      </p:pic>
      <p:pic>
        <p:nvPicPr>
          <p:cNvPr id="21" name="Linkedin icon with link" descr="Linkedin icon " title="Linkedin icon ">
            <a:hlinkClick r:id="rId7"/>
          </p:cNvPr>
          <p:cNvPicPr>
            <a:picLocks noChangeAspect="1"/>
          </p:cNvPicPr>
          <p:nvPr userDrawn="1"/>
        </p:nvPicPr>
        <p:blipFill>
          <a:blip r:embed="rId8"/>
          <a:stretch>
            <a:fillRect/>
          </a:stretch>
        </p:blipFill>
        <p:spPr>
          <a:xfrm>
            <a:off x="2160123" y="1751480"/>
            <a:ext cx="363600" cy="363600"/>
          </a:xfrm>
          <a:prstGeom prst="ellipse">
            <a:avLst/>
          </a:prstGeom>
        </p:spPr>
      </p:pic>
      <p:pic>
        <p:nvPicPr>
          <p:cNvPr id="13" name="YouTube icon with link">
            <a:hlinkClick r:id="rId9"/>
          </p:cNvPr>
          <p:cNvPicPr>
            <a:picLocks noChangeAspect="1"/>
          </p:cNvPicPr>
          <p:nvPr userDrawn="1"/>
        </p:nvPicPr>
        <p:blipFill rotWithShape="1">
          <a:blip r:embed="rId10"/>
          <a:srcRect l="13793" t="1405" r="17847" b="2165"/>
          <a:stretch/>
        </p:blipFill>
        <p:spPr>
          <a:xfrm>
            <a:off x="1569807" y="1751480"/>
            <a:ext cx="364501" cy="363600"/>
          </a:xfrm>
          <a:prstGeom prst="ellipse">
            <a:avLst/>
          </a:prstGeom>
        </p:spPr>
      </p:pic>
      <p:pic>
        <p:nvPicPr>
          <p:cNvPr id="23" name="Twitter icon with link" descr="Twitter icon" title="Twitter icon">
            <a:hlinkClick r:id="rId11"/>
          </p:cNvPr>
          <p:cNvPicPr>
            <a:picLocks noChangeAspect="1"/>
          </p:cNvPicPr>
          <p:nvPr userDrawn="1"/>
        </p:nvPicPr>
        <p:blipFill>
          <a:blip r:embed="rId12"/>
          <a:stretch>
            <a:fillRect/>
          </a:stretch>
        </p:blipFill>
        <p:spPr>
          <a:xfrm>
            <a:off x="980392" y="1751480"/>
            <a:ext cx="363600" cy="363600"/>
          </a:xfrm>
          <a:prstGeom prst="ellipse">
            <a:avLst/>
          </a:prstGeom>
        </p:spPr>
      </p:pic>
      <p:pic>
        <p:nvPicPr>
          <p:cNvPr id="32" name="Facebook icon with link">
            <a:hlinkClick r:id="rId13"/>
          </p:cNvPr>
          <p:cNvPicPr>
            <a:picLocks noChangeAspect="1"/>
          </p:cNvPicPr>
          <p:nvPr userDrawn="1"/>
        </p:nvPicPr>
        <p:blipFill>
          <a:blip r:embed="rId14"/>
          <a:stretch>
            <a:fillRect/>
          </a:stretch>
        </p:blipFill>
        <p:spPr>
          <a:xfrm>
            <a:off x="390977" y="1751480"/>
            <a:ext cx="363600" cy="363600"/>
          </a:xfrm>
          <a:prstGeom prst="rect">
            <a:avLst/>
          </a:prstGeom>
        </p:spPr>
      </p:pic>
      <p:sp>
        <p:nvSpPr>
          <p:cNvPr id="18" name="Follow all of SAP"/>
          <p:cNvSpPr txBox="1"/>
          <p:nvPr userDrawn="1"/>
        </p:nvSpPr>
        <p:spPr bwMode="black">
          <a:xfrm>
            <a:off x="390977"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0" kern="1200" dirty="0">
                <a:solidFill>
                  <a:schemeClr val="tx1"/>
                </a:solidFill>
                <a:latin typeface="Arial"/>
                <a:ea typeface="Arial Unicode MS" panose="020B0604020202020204" pitchFamily="34" charset="-128"/>
                <a:cs typeface="+mn-cs"/>
              </a:rPr>
              <a:t>Follow all of</a:t>
            </a:r>
            <a:r>
              <a:rPr lang="en-US" sz="1100" b="0" kern="1200" baseline="0" dirty="0">
                <a:solidFill>
                  <a:schemeClr val="tx1"/>
                </a:solidFill>
                <a:latin typeface="Arial"/>
                <a:ea typeface="Arial Unicode MS" panose="020B0604020202020204" pitchFamily="34" charset="-128"/>
                <a:cs typeface="+mn-cs"/>
              </a:rPr>
              <a:t> SAP</a:t>
            </a:r>
            <a:endParaRPr lang="en-US" sz="1100" b="0" kern="1200" dirty="0">
              <a:solidFill>
                <a:schemeClr val="tx1"/>
              </a:solidFill>
              <a:latin typeface="Arial"/>
              <a:ea typeface="Arial Unicode MS" panose="020B0604020202020204" pitchFamily="34" charset="-128"/>
              <a:cs typeface="+mn-cs"/>
            </a:endParaRPr>
          </a:p>
        </p:txBody>
      </p:sp>
    </p:spTree>
    <p:extLst>
      <p:ext uri="{BB962C8B-B14F-4D97-AF65-F5344CB8AC3E}">
        <p14:creationId xmlns:p14="http://schemas.microsoft.com/office/powerpoint/2010/main" val="451925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pyright German">
    <p:spTree>
      <p:nvGrpSpPr>
        <p:cNvPr id="1" name=""/>
        <p:cNvGrpSpPr/>
        <p:nvPr/>
      </p:nvGrpSpPr>
      <p:grpSpPr>
        <a:xfrm>
          <a:off x="0" y="0"/>
          <a:ext cx="0" cy="0"/>
          <a:chOff x="0" y="0"/>
          <a:chExt cx="0" cy="0"/>
        </a:xfrm>
      </p:grpSpPr>
      <p:pic>
        <p:nvPicPr>
          <p:cNvPr id="15" name="SAP Logo" descr="SAP Logo" title="SAP Logo"/>
          <p:cNvPicPr>
            <a:picLocks noChangeAspect="1"/>
          </p:cNvPicPr>
          <p:nvPr userDrawn="1"/>
        </p:nvPicPr>
        <p:blipFill>
          <a:blip r:embed="rId2"/>
          <a:stretch>
            <a:fillRect/>
          </a:stretch>
        </p:blipFill>
        <p:spPr>
          <a:xfrm>
            <a:off x="6802539" y="5994000"/>
            <a:ext cx="1963636" cy="360000"/>
          </a:xfrm>
          <a:prstGeom prst="rect">
            <a:avLst/>
          </a:prstGeom>
        </p:spPr>
      </p:pic>
      <p:sp>
        <p:nvSpPr>
          <p:cNvPr id="12" name="Copyright information English"/>
          <p:cNvSpPr txBox="1"/>
          <p:nvPr userDrawn="1"/>
        </p:nvSpPr>
        <p:spPr bwMode="black">
          <a:xfrm>
            <a:off x="390977" y="2645292"/>
            <a:ext cx="4823049"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700" b="0" noProof="0" dirty="0"/>
              <a:t>© 2018 SAP SE </a:t>
            </a:r>
            <a:r>
              <a:rPr lang="de-DE" sz="700" b="0" noProof="0" dirty="0"/>
              <a:t>oder ein SAP-Konzernunternehmen. Alle Rechte vorbehalten</a:t>
            </a:r>
            <a:r>
              <a:rPr lang="en-US" sz="700" b="0" noProof="0" dirty="0"/>
              <a:t>.</a:t>
            </a:r>
            <a:endParaRPr lang="de-DE" sz="700" kern="0" dirty="0">
              <a:ea typeface="Arial Unicode MS" pitchFamily="34" charset="-128"/>
              <a:cs typeface="Arial Unicode MS" pitchFamily="34" charset="-128"/>
            </a:endParaRPr>
          </a:p>
          <a:p>
            <a:pPr>
              <a:spcBef>
                <a:spcPts val="400"/>
              </a:spcBef>
            </a:pPr>
            <a:r>
              <a:rPr lang="de-DE" sz="7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400"/>
              </a:spcBef>
            </a:pPr>
            <a:r>
              <a:rPr lang="de-DE" sz="7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400"/>
              </a:spcBef>
            </a:pPr>
            <a:r>
              <a:rPr lang="de-DE" sz="7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Die SAP SE oder ihre Konzernunternehmen übernehmen keinerlei Haftung oder Gewährleistung für Fehler oder Unvollständigkeiten in dieser Publikation. 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400"/>
              </a:spcBef>
            </a:pPr>
            <a:r>
              <a:rPr lang="de-DE" sz="7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a:t>
            </a:r>
            <a:br>
              <a:rPr lang="de-DE" sz="700" kern="1200" noProof="0" dirty="0">
                <a:solidFill>
                  <a:schemeClr val="tx1"/>
                </a:solidFill>
                <a:effectLst/>
                <a:latin typeface="Arial"/>
                <a:ea typeface="+mn-ea"/>
                <a:cs typeface="+mn-cs"/>
              </a:rPr>
            </a:br>
            <a:r>
              <a:rPr lang="de-DE" sz="700" kern="1200" noProof="0" dirty="0">
                <a:solidFill>
                  <a:schemeClr val="tx1"/>
                </a:solidFill>
                <a:effectLst/>
                <a:latin typeface="Arial"/>
                <a:ea typeface="+mn-ea"/>
                <a:cs typeface="+mn-cs"/>
              </a:rPr>
              <a:t>SAP SE oder ihren Konzernunternehmen jederzeit und ohne Angabe von Gründen unangekündigt geändert werden. </a:t>
            </a:r>
            <a:br>
              <a:rPr lang="de-DE" sz="700" kern="1200" noProof="0" dirty="0">
                <a:solidFill>
                  <a:schemeClr val="tx1"/>
                </a:solidFill>
                <a:effectLst/>
                <a:latin typeface="Arial"/>
                <a:ea typeface="+mn-ea"/>
                <a:cs typeface="+mn-cs"/>
              </a:rPr>
            </a:br>
            <a:r>
              <a:rPr lang="de-DE" sz="700" kern="1200" noProof="0" dirty="0">
                <a:solidFill>
                  <a:schemeClr val="tx1"/>
                </a:solidFill>
                <a:effectLst/>
                <a:latin typeface="Arial"/>
                <a:ea typeface="+mn-ea"/>
                <a:cs typeface="+mn-cs"/>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400"/>
              </a:spcBef>
            </a:pPr>
            <a:r>
              <a:rPr lang="de-DE" sz="7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(oder von einem SAP-Konzernunternehmen) in Deutschland und verschiedenen anderen Ländern weltweit.</a:t>
            </a:r>
            <a:r>
              <a:rPr lang="de-DE" sz="700" kern="1200" baseline="0" noProof="0" dirty="0">
                <a:solidFill>
                  <a:schemeClr val="tx1"/>
                </a:solidFill>
                <a:effectLst/>
                <a:latin typeface="Arial"/>
                <a:ea typeface="+mn-ea"/>
                <a:cs typeface="+mn-cs"/>
              </a:rPr>
              <a:t> </a:t>
            </a:r>
            <a:r>
              <a:rPr lang="de-DE" sz="700" kern="1200" noProof="0" dirty="0">
                <a:solidFill>
                  <a:schemeClr val="tx1"/>
                </a:solidFill>
                <a:effectLst/>
                <a:latin typeface="Arial"/>
                <a:ea typeface="+mn-ea"/>
                <a:cs typeface="+mn-cs"/>
              </a:rPr>
              <a:t>Alle anderen Namen von Produkten und Dienstleistungen sind Marken der jeweiligen Firmen. </a:t>
            </a:r>
          </a:p>
          <a:p>
            <a:pPr>
              <a:spcBef>
                <a:spcPts val="400"/>
              </a:spcBef>
            </a:pPr>
            <a:r>
              <a:rPr lang="de-DE" sz="700" kern="1200" noProof="0" dirty="0">
                <a:solidFill>
                  <a:schemeClr val="tx1"/>
                </a:solidFill>
                <a:effectLst/>
                <a:latin typeface="Arial"/>
                <a:ea typeface="+mn-ea"/>
                <a:cs typeface="+mn-cs"/>
              </a:rPr>
              <a:t>Zusätzliche Informationen zur Marke und Vermerke finden Sie auf der Seite </a:t>
            </a:r>
            <a:r>
              <a:rPr lang="de-DE" sz="700" kern="1200" noProof="0" dirty="0">
                <a:solidFill>
                  <a:schemeClr val="tx1"/>
                </a:solidFill>
                <a:effectLst/>
                <a:latin typeface="Arial"/>
                <a:ea typeface="+mn-ea"/>
                <a:cs typeface="+mn-cs"/>
                <a:hlinkClick r:id="rId3"/>
              </a:rPr>
              <a:t>https://www.sap.com/corporate/de/legal/copyright.html</a:t>
            </a:r>
            <a:r>
              <a:rPr lang="de-DE" sz="700" kern="1200" noProof="0" dirty="0">
                <a:solidFill>
                  <a:schemeClr val="tx1"/>
                </a:solidFill>
                <a:effectLst/>
                <a:latin typeface="Arial"/>
                <a:ea typeface="+mn-ea"/>
                <a:cs typeface="+mn-cs"/>
              </a:rPr>
              <a:t>.</a:t>
            </a:r>
          </a:p>
        </p:txBody>
      </p:sp>
      <p:sp>
        <p:nvSpPr>
          <p:cNvPr id="13" name="www.sap.com - contact SAP link">
            <a:hlinkClick r:id="rId4" tooltip="www.sap.com/contactsap"/>
          </p:cNvPr>
          <p:cNvSpPr txBox="1"/>
          <p:nvPr userDrawn="1"/>
        </p:nvSpPr>
        <p:spPr bwMode="black">
          <a:xfrm>
            <a:off x="390218" y="2461398"/>
            <a:ext cx="221539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a:t>
            </a:r>
            <a:r>
              <a:rPr lang="en-US" sz="1100" b="1" kern="1200" dirty="0">
                <a:solidFill>
                  <a:schemeClr val="tx1"/>
                </a:solidFill>
                <a:latin typeface="Arial"/>
                <a:ea typeface="Arial Unicode MS" panose="020B0604020202020204" pitchFamily="34" charset="-128"/>
                <a:cs typeface="+mn-cs"/>
              </a:rPr>
              <a:t>/contactsap</a:t>
            </a:r>
          </a:p>
        </p:txBody>
      </p:sp>
      <p:pic>
        <p:nvPicPr>
          <p:cNvPr id="26" name="Plus Google com icon with link">
            <a:hlinkClick r:id="rId5"/>
          </p:cNvPr>
          <p:cNvPicPr>
            <a:picLocks noChangeAspect="1"/>
          </p:cNvPicPr>
          <p:nvPr userDrawn="1"/>
        </p:nvPicPr>
        <p:blipFill>
          <a:blip r:embed="rId6"/>
          <a:stretch>
            <a:fillRect/>
          </a:stretch>
        </p:blipFill>
        <p:spPr>
          <a:xfrm>
            <a:off x="2749537" y="1751480"/>
            <a:ext cx="363600" cy="363600"/>
          </a:xfrm>
          <a:prstGeom prst="rect">
            <a:avLst/>
          </a:prstGeom>
        </p:spPr>
      </p:pic>
      <p:pic>
        <p:nvPicPr>
          <p:cNvPr id="27" name="Linkedin icon with link" descr="Linkedin icon " title="Linkedin icon ">
            <a:hlinkClick r:id="rId7"/>
          </p:cNvPr>
          <p:cNvPicPr>
            <a:picLocks noChangeAspect="1"/>
          </p:cNvPicPr>
          <p:nvPr userDrawn="1"/>
        </p:nvPicPr>
        <p:blipFill>
          <a:blip r:embed="rId8"/>
          <a:stretch>
            <a:fillRect/>
          </a:stretch>
        </p:blipFill>
        <p:spPr>
          <a:xfrm>
            <a:off x="2160123" y="1751480"/>
            <a:ext cx="363600" cy="363600"/>
          </a:xfrm>
          <a:prstGeom prst="ellipse">
            <a:avLst/>
          </a:prstGeom>
        </p:spPr>
      </p:pic>
      <p:pic>
        <p:nvPicPr>
          <p:cNvPr id="28" name="YouTube icon with link">
            <a:hlinkClick r:id="rId9"/>
          </p:cNvPr>
          <p:cNvPicPr>
            <a:picLocks noChangeAspect="1"/>
          </p:cNvPicPr>
          <p:nvPr userDrawn="1"/>
        </p:nvPicPr>
        <p:blipFill rotWithShape="1">
          <a:blip r:embed="rId10"/>
          <a:srcRect l="13793" t="1405" r="17847" b="2165"/>
          <a:stretch/>
        </p:blipFill>
        <p:spPr>
          <a:xfrm>
            <a:off x="1569807" y="1751480"/>
            <a:ext cx="364501" cy="363600"/>
          </a:xfrm>
          <a:prstGeom prst="ellipse">
            <a:avLst/>
          </a:prstGeom>
        </p:spPr>
      </p:pic>
      <p:pic>
        <p:nvPicPr>
          <p:cNvPr id="29" name="Twitter icon with link" descr="Twitter icon" title="Twitter icon">
            <a:hlinkClick r:id="rId11"/>
          </p:cNvPr>
          <p:cNvPicPr>
            <a:picLocks noChangeAspect="1"/>
          </p:cNvPicPr>
          <p:nvPr userDrawn="1"/>
        </p:nvPicPr>
        <p:blipFill>
          <a:blip r:embed="rId12"/>
          <a:stretch>
            <a:fillRect/>
          </a:stretch>
        </p:blipFill>
        <p:spPr>
          <a:xfrm>
            <a:off x="980392" y="1751480"/>
            <a:ext cx="363600" cy="363600"/>
          </a:xfrm>
          <a:prstGeom prst="ellipse">
            <a:avLst/>
          </a:prstGeom>
        </p:spPr>
      </p:pic>
      <p:pic>
        <p:nvPicPr>
          <p:cNvPr id="30" name="Facebook icon with link">
            <a:hlinkClick r:id="rId13"/>
          </p:cNvPr>
          <p:cNvPicPr>
            <a:picLocks noChangeAspect="1"/>
          </p:cNvPicPr>
          <p:nvPr userDrawn="1"/>
        </p:nvPicPr>
        <p:blipFill>
          <a:blip r:embed="rId14"/>
          <a:stretch>
            <a:fillRect/>
          </a:stretch>
        </p:blipFill>
        <p:spPr>
          <a:xfrm>
            <a:off x="390977" y="1751480"/>
            <a:ext cx="363600" cy="363600"/>
          </a:xfrm>
          <a:prstGeom prst="rect">
            <a:avLst/>
          </a:prstGeom>
        </p:spPr>
      </p:pic>
      <p:sp>
        <p:nvSpPr>
          <p:cNvPr id="14" name="SAP folgen auf"/>
          <p:cNvSpPr txBox="1"/>
          <p:nvPr userDrawn="1"/>
        </p:nvSpPr>
        <p:spPr bwMode="black">
          <a:xfrm>
            <a:off x="390977"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0" kern="1200" dirty="0">
                <a:solidFill>
                  <a:schemeClr val="tx1"/>
                </a:solidFill>
                <a:latin typeface="Arial"/>
                <a:ea typeface="Arial Unicode MS" panose="020B0604020202020204" pitchFamily="34" charset="-128"/>
                <a:cs typeface="+mn-cs"/>
              </a:rPr>
              <a:t>SAP </a:t>
            </a:r>
            <a:r>
              <a:rPr lang="en-US" sz="1100" b="0" kern="1200" dirty="0" err="1">
                <a:solidFill>
                  <a:schemeClr val="tx1"/>
                </a:solidFill>
                <a:latin typeface="Arial"/>
                <a:ea typeface="Arial Unicode MS" panose="020B0604020202020204" pitchFamily="34" charset="-128"/>
                <a:cs typeface="+mn-cs"/>
              </a:rPr>
              <a:t>folgen</a:t>
            </a:r>
            <a:r>
              <a:rPr lang="en-US" sz="1100" b="0" kern="1200" dirty="0">
                <a:solidFill>
                  <a:schemeClr val="tx1"/>
                </a:solidFill>
                <a:latin typeface="Arial"/>
                <a:ea typeface="Arial Unicode MS" panose="020B0604020202020204" pitchFamily="34" charset="-128"/>
                <a:cs typeface="+mn-cs"/>
              </a:rPr>
              <a:t> auf</a:t>
            </a:r>
          </a:p>
        </p:txBody>
      </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8624511"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662892" y="6559834"/>
            <a:ext cx="381515" cy="92333"/>
          </a:xfrm>
          <a:prstGeom prst="rect">
            <a:avLst/>
          </a:prstGeom>
          <a:noFill/>
        </p:spPr>
        <p:txBody>
          <a:bodyPr wrap="none" lIns="0" tIns="0" rIns="0" bIns="0" rtlCol="0">
            <a:spAutoFit/>
          </a:bodyPr>
          <a:lstStyle/>
          <a:p>
            <a:pPr marL="0" marR="0" indent="0" algn="l" defTabSz="816201"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dirty="0">
                <a:solidFill>
                  <a:schemeClr val="tx1"/>
                </a:solidFill>
                <a:latin typeface="Arial"/>
                <a:ea typeface="Arial Unicode MS"/>
                <a:cs typeface="Arial Unicode MS" pitchFamily="34" charset="-128"/>
                <a:sym typeface="Arial"/>
              </a:rPr>
              <a:t>INTERNAL</a:t>
            </a:r>
          </a:p>
        </p:txBody>
      </p:sp>
      <p:sp>
        <p:nvSpPr>
          <p:cNvPr id="10" name="Copyright"/>
          <p:cNvSpPr txBox="1"/>
          <p:nvPr userDrawn="1"/>
        </p:nvSpPr>
        <p:spPr bwMode="black">
          <a:xfrm>
            <a:off x="377903" y="6559834"/>
            <a:ext cx="2275762" cy="92333"/>
          </a:xfrm>
          <a:prstGeom prst="rect">
            <a:avLst/>
          </a:prstGeom>
          <a:noFill/>
        </p:spPr>
        <p:txBody>
          <a:bodyPr wrap="square" lIns="0" tIns="0" rIns="0" bIns="0" rtlCol="0">
            <a:spAutoFit/>
          </a:bodyPr>
          <a:lstStyle/>
          <a:p>
            <a:pPr marL="63074" marR="0" indent="-63074" algn="l" defTabSz="816201"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2018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p:cNvSpPr>
            <a:spLocks noGrp="1"/>
          </p:cNvSpPr>
          <p:nvPr userDrawn="1">
            <p:ph type="body" idx="1"/>
          </p:nvPr>
        </p:nvSpPr>
        <p:spPr bwMode="black">
          <a:xfrm>
            <a:off x="377902" y="1619999"/>
            <a:ext cx="8387673" cy="4716000"/>
          </a:xfrm>
          <a:prstGeom prst="rect">
            <a:avLst/>
          </a:prstGeom>
        </p:spPr>
        <p:txBody>
          <a:bodyPr vert="horz" lIns="0" tIns="0" rIns="0" bIns="0" rtlCol="0">
            <a:norm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p:cNvSpPr>
            <a:spLocks noGrp="1"/>
          </p:cNvSpPr>
          <p:nvPr userDrawn="1">
            <p:ph type="title"/>
          </p:nvPr>
        </p:nvSpPr>
        <p:spPr bwMode="black">
          <a:xfrm>
            <a:off x="377902" y="504000"/>
            <a:ext cx="8387673"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8009509" y="0"/>
            <a:ext cx="1134491" cy="251942"/>
            <a:chOff x="10682127" y="0"/>
            <a:chExt cx="1513048" cy="252000"/>
          </a:xfrm>
        </p:grpSpPr>
        <p:sp>
          <p:nvSpPr>
            <p:cNvPr id="16" name="Rectangle SAP Gold"/>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685480" fontAlgn="base">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SAP Gold 30%"/>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685480" fontAlgn="base">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SAP Gold 6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685480" fontAlgn="base">
                <a:lnSpc>
                  <a:spcPct val="100000"/>
                </a:lnSpc>
                <a:spcBef>
                  <a:spcPct val="50000"/>
                </a:spcBef>
                <a:spcAft>
                  <a:spcPct val="0"/>
                </a:spcAft>
                <a:buClr>
                  <a:srgbClr val="F0AB00"/>
                </a:buClr>
                <a:buSzPct val="80000"/>
                <a:tabLst/>
              </a:pPr>
              <a:endParaRPr kumimoji="0" lang="en-US" sz="15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dk1" tx1="lt1" bg2="dk2" tx2="lt2" accent1="accent1" accent2="accent2" accent3="accent3" accent4="accent4" accent5="accent5" accent6="accent6" hlink="hlink" folHlink="folHlink"/>
  <p:sldLayoutIdLst>
    <p:sldLayoutId id="2147483772" r:id="rId1"/>
    <p:sldLayoutId id="2147483779" r:id="rId2"/>
    <p:sldLayoutId id="2147483778" r:id="rId3"/>
    <p:sldLayoutId id="2147483780" r:id="rId4"/>
    <p:sldLayoutId id="2147483741" r:id="rId5"/>
    <p:sldLayoutId id="2147483765" r:id="rId6"/>
    <p:sldLayoutId id="2147483767" r:id="rId7"/>
    <p:sldLayoutId id="2147483781" r:id="rId8"/>
    <p:sldLayoutId id="2147483743" r:id="rId9"/>
    <p:sldLayoutId id="2147483774" r:id="rId10"/>
    <p:sldLayoutId id="2147483745" r:id="rId11"/>
    <p:sldLayoutId id="2147483760" r:id="rId12"/>
    <p:sldLayoutId id="2147483768" r:id="rId13"/>
    <p:sldLayoutId id="2147483769" r:id="rId14"/>
    <p:sldLayoutId id="2147483770" r:id="rId15"/>
    <p:sldLayoutId id="2147483744" r:id="rId16"/>
    <p:sldLayoutId id="2147483777" r:id="rId17"/>
    <p:sldLayoutId id="2147483757" r:id="rId18"/>
    <p:sldLayoutId id="2147483748" r:id="rId19"/>
    <p:sldLayoutId id="2147483762" r:id="rId20"/>
    <p:sldLayoutId id="2147483771" r:id="rId21"/>
    <p:sldLayoutId id="2147483763" r:id="rId22"/>
    <p:sldLayoutId id="2147483751" r:id="rId23"/>
    <p:sldLayoutId id="2147483753" r:id="rId24"/>
    <p:sldLayoutId id="2147483756" r:id="rId25"/>
    <p:sldLayoutId id="2147483740" r:id="rId26"/>
    <p:sldLayoutId id="2147483754" r:id="rId27"/>
    <p:sldLayoutId id="2147483755" r:id="rId28"/>
  </p:sldLayoutIdLst>
  <p:hf hdr="0" ftr="0" dt="0"/>
  <p:txStyles>
    <p:titleStyle>
      <a:lvl1pPr algn="l" defTabSz="816201"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816201" rtl="0" eaLnBrk="1" latinLnBrk="0" hangingPunct="1">
        <a:spcBef>
          <a:spcPts val="1350"/>
        </a:spcBef>
        <a:buClr>
          <a:schemeClr val="accent1"/>
        </a:buClr>
        <a:buSzPct val="80000"/>
        <a:buFontTx/>
        <a:buNone/>
        <a:defRPr sz="2000" b="0" kern="1200">
          <a:solidFill>
            <a:schemeClr val="tx1"/>
          </a:solidFill>
          <a:latin typeface="+mn-lt"/>
          <a:ea typeface="+mn-ea"/>
          <a:cs typeface="+mn-cs"/>
        </a:defRPr>
      </a:lvl1pPr>
      <a:lvl2pPr marL="134937" indent="-134937" algn="l" defTabSz="816201" rtl="0" eaLnBrk="1" latinLnBrk="0" hangingPunct="1">
        <a:spcBef>
          <a:spcPts val="450"/>
        </a:spcBef>
        <a:buClr>
          <a:schemeClr val="accent1"/>
        </a:buClr>
        <a:buSzPct val="100000"/>
        <a:buFont typeface="Wingdings" pitchFamily="2" charset="2"/>
        <a:buChar char="§"/>
        <a:defRPr sz="1800" kern="1200">
          <a:solidFill>
            <a:schemeClr val="tx1"/>
          </a:solidFill>
          <a:latin typeface="+mn-lt"/>
          <a:ea typeface="+mn-ea"/>
          <a:cs typeface="+mn-cs"/>
        </a:defRPr>
      </a:lvl2pPr>
      <a:lvl3pPr marL="269009" indent="-134505" algn="l" defTabSz="816201" rtl="0" eaLnBrk="1" latinLnBrk="0" hangingPunct="1">
        <a:spcBef>
          <a:spcPts val="225"/>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404811" indent="-134937" algn="l" defTabSz="816201" rtl="0" eaLnBrk="1" latinLnBrk="0" hangingPunct="1">
        <a:spcBef>
          <a:spcPts val="225"/>
        </a:spcBef>
        <a:buClr>
          <a:schemeClr val="tx1"/>
        </a:buClr>
        <a:buSzPct val="120000"/>
        <a:buFont typeface="Arial" pitchFamily="34" charset="0"/>
        <a:buChar char="▫"/>
        <a:defRPr sz="1600" kern="1200">
          <a:solidFill>
            <a:schemeClr val="tx1"/>
          </a:solidFill>
          <a:latin typeface="+mn-lt"/>
          <a:ea typeface="+mn-ea"/>
          <a:cs typeface="+mn-cs"/>
        </a:defRPr>
      </a:lvl4pPr>
      <a:lvl5pPr marL="539748" indent="-134937" algn="l" defTabSz="816201" rtl="0" eaLnBrk="1" latinLnBrk="0" hangingPunct="1">
        <a:spcBef>
          <a:spcPts val="75"/>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244553"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52653"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60753"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68854"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de-DE"/>
      </a:defPPr>
      <a:lvl1pPr marL="0" algn="l" defTabSz="816201" rtl="0" eaLnBrk="1" latinLnBrk="0" hangingPunct="1">
        <a:defRPr sz="1575" kern="1200">
          <a:solidFill>
            <a:schemeClr val="tx1"/>
          </a:solidFill>
          <a:latin typeface="+mn-lt"/>
          <a:ea typeface="+mn-ea"/>
          <a:cs typeface="+mn-cs"/>
        </a:defRPr>
      </a:lvl1pPr>
      <a:lvl2pPr marL="408100" algn="l" defTabSz="816201" rtl="0" eaLnBrk="1" latinLnBrk="0" hangingPunct="1">
        <a:defRPr sz="1575" kern="1200">
          <a:solidFill>
            <a:schemeClr val="tx1"/>
          </a:solidFill>
          <a:latin typeface="+mn-lt"/>
          <a:ea typeface="+mn-ea"/>
          <a:cs typeface="+mn-cs"/>
        </a:defRPr>
      </a:lvl2pPr>
      <a:lvl3pPr marL="816201" algn="l" defTabSz="816201" rtl="0" eaLnBrk="1" latinLnBrk="0" hangingPunct="1">
        <a:defRPr sz="1575" kern="1200">
          <a:solidFill>
            <a:schemeClr val="tx1"/>
          </a:solidFill>
          <a:latin typeface="+mn-lt"/>
          <a:ea typeface="+mn-ea"/>
          <a:cs typeface="+mn-cs"/>
        </a:defRPr>
      </a:lvl3pPr>
      <a:lvl4pPr marL="1224301" algn="l" defTabSz="816201" rtl="0" eaLnBrk="1" latinLnBrk="0" hangingPunct="1">
        <a:defRPr sz="1575" kern="1200">
          <a:solidFill>
            <a:schemeClr val="tx1"/>
          </a:solidFill>
          <a:latin typeface="+mn-lt"/>
          <a:ea typeface="+mn-ea"/>
          <a:cs typeface="+mn-cs"/>
        </a:defRPr>
      </a:lvl4pPr>
      <a:lvl5pPr marL="1632402" algn="l" defTabSz="816201" rtl="0" eaLnBrk="1" latinLnBrk="0" hangingPunct="1">
        <a:defRPr sz="1575" kern="1200">
          <a:solidFill>
            <a:schemeClr val="tx1"/>
          </a:solidFill>
          <a:latin typeface="+mn-lt"/>
          <a:ea typeface="+mn-ea"/>
          <a:cs typeface="+mn-cs"/>
        </a:defRPr>
      </a:lvl5pPr>
      <a:lvl6pPr marL="2040503" algn="l" defTabSz="816201" rtl="0" eaLnBrk="1" latinLnBrk="0" hangingPunct="1">
        <a:defRPr sz="1575" kern="1200">
          <a:solidFill>
            <a:schemeClr val="tx1"/>
          </a:solidFill>
          <a:latin typeface="+mn-lt"/>
          <a:ea typeface="+mn-ea"/>
          <a:cs typeface="+mn-cs"/>
        </a:defRPr>
      </a:lvl6pPr>
      <a:lvl7pPr marL="2448603" algn="l" defTabSz="816201" rtl="0" eaLnBrk="1" latinLnBrk="0" hangingPunct="1">
        <a:defRPr sz="1575" kern="1200">
          <a:solidFill>
            <a:schemeClr val="tx1"/>
          </a:solidFill>
          <a:latin typeface="+mn-lt"/>
          <a:ea typeface="+mn-ea"/>
          <a:cs typeface="+mn-cs"/>
        </a:defRPr>
      </a:lvl7pPr>
      <a:lvl8pPr marL="2856704" algn="l" defTabSz="816201" rtl="0" eaLnBrk="1" latinLnBrk="0" hangingPunct="1">
        <a:defRPr sz="1575" kern="1200">
          <a:solidFill>
            <a:schemeClr val="tx1"/>
          </a:solidFill>
          <a:latin typeface="+mn-lt"/>
          <a:ea typeface="+mn-ea"/>
          <a:cs typeface="+mn-cs"/>
        </a:defRPr>
      </a:lvl8pPr>
      <a:lvl9pPr marL="3264804" algn="l" defTabSz="816201" rtl="0" eaLnBrk="1" latinLnBrk="0" hangingPunct="1">
        <a:defRPr sz="1575"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70" name="Rounded Rectangle 69">
            <a:extLst>
              <a:ext uri="{FF2B5EF4-FFF2-40B4-BE49-F238E27FC236}">
                <a16:creationId xmlns:a16="http://schemas.microsoft.com/office/drawing/2014/main" id="{F4EF2F4E-D8EE-3D4B-9057-F786150A8095}"/>
              </a:ext>
            </a:extLst>
          </p:cNvPr>
          <p:cNvSpPr/>
          <p:nvPr/>
        </p:nvSpPr>
        <p:spPr bwMode="gray">
          <a:xfrm rot="16200000">
            <a:off x="2195703" y="2660904"/>
            <a:ext cx="1426463" cy="3447288"/>
          </a:xfrm>
          <a:prstGeom prst="roundRect">
            <a:avLst/>
          </a:prstGeom>
          <a:solidFill>
            <a:schemeClr val="accent2">
              <a:alpha val="21000"/>
            </a:schemeClr>
          </a:solidFill>
          <a:ln>
            <a:headEnd/>
            <a:tailEnd/>
          </a:ln>
        </p:spPr>
        <p:style>
          <a:lnRef idx="1">
            <a:schemeClr val="accent2"/>
          </a:lnRef>
          <a:fillRef idx="3">
            <a:schemeClr val="accent2"/>
          </a:fillRef>
          <a:effectRef idx="2">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5" name="Rounded Rectangle 34">
            <a:extLst>
              <a:ext uri="{FF2B5EF4-FFF2-40B4-BE49-F238E27FC236}">
                <a16:creationId xmlns:a16="http://schemas.microsoft.com/office/drawing/2014/main" id="{6106C62F-610F-F949-A65E-FC8E887BDFFD}"/>
              </a:ext>
            </a:extLst>
          </p:cNvPr>
          <p:cNvSpPr/>
          <p:nvPr/>
        </p:nvSpPr>
        <p:spPr bwMode="gray">
          <a:xfrm rot="16200000">
            <a:off x="1584579" y="4291583"/>
            <a:ext cx="356616" cy="896112"/>
          </a:xfrm>
          <a:prstGeom prst="roundRect">
            <a:avLst/>
          </a:prstGeom>
          <a:ln>
            <a:headEnd/>
            <a:tailEnd/>
          </a:ln>
        </p:spPr>
        <p:style>
          <a:lnRef idx="1">
            <a:schemeClr val="accent1"/>
          </a:lnRef>
          <a:fillRef idx="3">
            <a:schemeClr val="accent1"/>
          </a:fillRef>
          <a:effectRef idx="2">
            <a:schemeClr val="accent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2" name="Oval 31">
            <a:extLst>
              <a:ext uri="{FF2B5EF4-FFF2-40B4-BE49-F238E27FC236}">
                <a16:creationId xmlns:a16="http://schemas.microsoft.com/office/drawing/2014/main" id="{BAECDFA4-EBBC-714B-9BF3-3ED46B4132C1}"/>
              </a:ext>
            </a:extLst>
          </p:cNvPr>
          <p:cNvSpPr/>
          <p:nvPr/>
        </p:nvSpPr>
        <p:spPr bwMode="gray">
          <a:xfrm rot="16200000">
            <a:off x="1397127" y="4643627"/>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3" name="Oval 32">
            <a:extLst>
              <a:ext uri="{FF2B5EF4-FFF2-40B4-BE49-F238E27FC236}">
                <a16:creationId xmlns:a16="http://schemas.microsoft.com/office/drawing/2014/main" id="{4DB953F7-DF4C-EB43-BA4F-C4799DADF41A}"/>
              </a:ext>
            </a:extLst>
          </p:cNvPr>
          <p:cNvSpPr/>
          <p:nvPr/>
        </p:nvSpPr>
        <p:spPr bwMode="gray">
          <a:xfrm rot="16200000">
            <a:off x="1659255" y="4643627"/>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4" name="Oval 33">
            <a:extLst>
              <a:ext uri="{FF2B5EF4-FFF2-40B4-BE49-F238E27FC236}">
                <a16:creationId xmlns:a16="http://schemas.microsoft.com/office/drawing/2014/main" id="{31F8170D-465F-BD42-9BF9-B0370382121F}"/>
              </a:ext>
            </a:extLst>
          </p:cNvPr>
          <p:cNvSpPr/>
          <p:nvPr/>
        </p:nvSpPr>
        <p:spPr bwMode="gray">
          <a:xfrm rot="16200000">
            <a:off x="1921383" y="4643627"/>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6" name="Rounded Rectangle 35">
            <a:extLst>
              <a:ext uri="{FF2B5EF4-FFF2-40B4-BE49-F238E27FC236}">
                <a16:creationId xmlns:a16="http://schemas.microsoft.com/office/drawing/2014/main" id="{DDE84BA4-F817-7844-A06F-8DF98B6601D9}"/>
              </a:ext>
            </a:extLst>
          </p:cNvPr>
          <p:cNvSpPr/>
          <p:nvPr/>
        </p:nvSpPr>
        <p:spPr bwMode="gray">
          <a:xfrm rot="16200000">
            <a:off x="2587371" y="4291582"/>
            <a:ext cx="356616" cy="896112"/>
          </a:xfrm>
          <a:prstGeom prst="roundRect">
            <a:avLst/>
          </a:prstGeom>
          <a:ln>
            <a:headEnd/>
            <a:tailEnd/>
          </a:ln>
        </p:spPr>
        <p:style>
          <a:lnRef idx="1">
            <a:schemeClr val="accent1"/>
          </a:lnRef>
          <a:fillRef idx="3">
            <a:schemeClr val="accent1"/>
          </a:fillRef>
          <a:effectRef idx="2">
            <a:schemeClr val="accent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7" name="Oval 36">
            <a:extLst>
              <a:ext uri="{FF2B5EF4-FFF2-40B4-BE49-F238E27FC236}">
                <a16:creationId xmlns:a16="http://schemas.microsoft.com/office/drawing/2014/main" id="{173AF3EC-5160-5B45-9197-FBE28FF8EAB5}"/>
              </a:ext>
            </a:extLst>
          </p:cNvPr>
          <p:cNvSpPr/>
          <p:nvPr/>
        </p:nvSpPr>
        <p:spPr bwMode="gray">
          <a:xfrm rot="16200000">
            <a:off x="2399919" y="4643626"/>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8" name="Oval 37">
            <a:extLst>
              <a:ext uri="{FF2B5EF4-FFF2-40B4-BE49-F238E27FC236}">
                <a16:creationId xmlns:a16="http://schemas.microsoft.com/office/drawing/2014/main" id="{29DD6451-AF0D-3D44-991F-C0B81CD8F2A2}"/>
              </a:ext>
            </a:extLst>
          </p:cNvPr>
          <p:cNvSpPr/>
          <p:nvPr/>
        </p:nvSpPr>
        <p:spPr bwMode="gray">
          <a:xfrm rot="16200000">
            <a:off x="2662047" y="4643626"/>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9" name="Oval 38">
            <a:extLst>
              <a:ext uri="{FF2B5EF4-FFF2-40B4-BE49-F238E27FC236}">
                <a16:creationId xmlns:a16="http://schemas.microsoft.com/office/drawing/2014/main" id="{8F1EA751-9E66-CA45-9C82-5D3245F8E0C9}"/>
              </a:ext>
            </a:extLst>
          </p:cNvPr>
          <p:cNvSpPr/>
          <p:nvPr/>
        </p:nvSpPr>
        <p:spPr bwMode="gray">
          <a:xfrm rot="16200000">
            <a:off x="2924176" y="4643626"/>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0" name="Rounded Rectangle 39">
            <a:extLst>
              <a:ext uri="{FF2B5EF4-FFF2-40B4-BE49-F238E27FC236}">
                <a16:creationId xmlns:a16="http://schemas.microsoft.com/office/drawing/2014/main" id="{6BA6B909-F14D-6C4D-9A9F-C8C97F4E1A4F}"/>
              </a:ext>
            </a:extLst>
          </p:cNvPr>
          <p:cNvSpPr/>
          <p:nvPr/>
        </p:nvSpPr>
        <p:spPr bwMode="gray">
          <a:xfrm rot="16200000">
            <a:off x="3844670" y="4291582"/>
            <a:ext cx="356616" cy="896112"/>
          </a:xfrm>
          <a:prstGeom prst="roundRect">
            <a:avLst/>
          </a:prstGeom>
          <a:ln>
            <a:headEnd/>
            <a:tailEnd/>
          </a:ln>
        </p:spPr>
        <p:style>
          <a:lnRef idx="1">
            <a:schemeClr val="accent1"/>
          </a:lnRef>
          <a:fillRef idx="3">
            <a:schemeClr val="accent1"/>
          </a:fillRef>
          <a:effectRef idx="2">
            <a:schemeClr val="accent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1" name="Oval 40">
            <a:extLst>
              <a:ext uri="{FF2B5EF4-FFF2-40B4-BE49-F238E27FC236}">
                <a16:creationId xmlns:a16="http://schemas.microsoft.com/office/drawing/2014/main" id="{24875FEB-454B-BA43-837C-9B62B7AF2A3E}"/>
              </a:ext>
            </a:extLst>
          </p:cNvPr>
          <p:cNvSpPr/>
          <p:nvPr/>
        </p:nvSpPr>
        <p:spPr bwMode="gray">
          <a:xfrm rot="16200000">
            <a:off x="3657218" y="4643626"/>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2" name="Oval 41">
            <a:extLst>
              <a:ext uri="{FF2B5EF4-FFF2-40B4-BE49-F238E27FC236}">
                <a16:creationId xmlns:a16="http://schemas.microsoft.com/office/drawing/2014/main" id="{A5EBA213-C917-0640-B0C3-F0AB8676BC12}"/>
              </a:ext>
            </a:extLst>
          </p:cNvPr>
          <p:cNvSpPr/>
          <p:nvPr/>
        </p:nvSpPr>
        <p:spPr bwMode="gray">
          <a:xfrm rot="16200000">
            <a:off x="3919346" y="4643626"/>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3" name="Oval 42">
            <a:extLst>
              <a:ext uri="{FF2B5EF4-FFF2-40B4-BE49-F238E27FC236}">
                <a16:creationId xmlns:a16="http://schemas.microsoft.com/office/drawing/2014/main" id="{CA749D8A-E064-A140-AF20-0CA1F20CD3B2}"/>
              </a:ext>
            </a:extLst>
          </p:cNvPr>
          <p:cNvSpPr/>
          <p:nvPr/>
        </p:nvSpPr>
        <p:spPr bwMode="gray">
          <a:xfrm rot="16200000">
            <a:off x="4181474" y="4643626"/>
            <a:ext cx="192024" cy="192024"/>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4" name="Rectangle 43">
            <a:extLst>
              <a:ext uri="{FF2B5EF4-FFF2-40B4-BE49-F238E27FC236}">
                <a16:creationId xmlns:a16="http://schemas.microsoft.com/office/drawing/2014/main" id="{81F39CD6-EA17-3B4F-AD7F-82CEA2512B97}"/>
              </a:ext>
            </a:extLst>
          </p:cNvPr>
          <p:cNvSpPr/>
          <p:nvPr/>
        </p:nvSpPr>
        <p:spPr bwMode="gray">
          <a:xfrm>
            <a:off x="1342263" y="3840099"/>
            <a:ext cx="841248" cy="332232"/>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5" name="Rectangle 44">
            <a:extLst>
              <a:ext uri="{FF2B5EF4-FFF2-40B4-BE49-F238E27FC236}">
                <a16:creationId xmlns:a16="http://schemas.microsoft.com/office/drawing/2014/main" id="{AD638521-7695-7142-A7B5-20B4ECBD88D8}"/>
              </a:ext>
            </a:extLst>
          </p:cNvPr>
          <p:cNvSpPr/>
          <p:nvPr/>
        </p:nvSpPr>
        <p:spPr bwMode="gray">
          <a:xfrm>
            <a:off x="2345055" y="3840099"/>
            <a:ext cx="841248" cy="332232"/>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6" name="Rectangle 45">
            <a:extLst>
              <a:ext uri="{FF2B5EF4-FFF2-40B4-BE49-F238E27FC236}">
                <a16:creationId xmlns:a16="http://schemas.microsoft.com/office/drawing/2014/main" id="{367A09A4-4792-2644-8979-AFAE5C6BC872}"/>
              </a:ext>
            </a:extLst>
          </p:cNvPr>
          <p:cNvSpPr/>
          <p:nvPr/>
        </p:nvSpPr>
        <p:spPr bwMode="gray">
          <a:xfrm>
            <a:off x="3602354" y="3840099"/>
            <a:ext cx="841248" cy="332232"/>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48" name="Straight Arrow Connector 47">
            <a:extLst>
              <a:ext uri="{FF2B5EF4-FFF2-40B4-BE49-F238E27FC236}">
                <a16:creationId xmlns:a16="http://schemas.microsoft.com/office/drawing/2014/main" id="{F6908549-2E1F-774E-AD95-855AEDA00831}"/>
              </a:ext>
            </a:extLst>
          </p:cNvPr>
          <p:cNvCxnSpPr>
            <a:cxnSpLocks/>
            <a:stCxn id="44" idx="3"/>
            <a:endCxn id="45" idx="1"/>
          </p:cNvCxnSpPr>
          <p:nvPr/>
        </p:nvCxnSpPr>
        <p:spPr>
          <a:xfrm>
            <a:off x="2183511" y="4006215"/>
            <a:ext cx="161544"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C824D96C-2C8E-264B-BC5C-421D498BCC4D}"/>
              </a:ext>
            </a:extLst>
          </p:cNvPr>
          <p:cNvCxnSpPr>
            <a:cxnSpLocks/>
            <a:stCxn id="45" idx="3"/>
            <a:endCxn id="46" idx="1"/>
          </p:cNvCxnSpPr>
          <p:nvPr/>
        </p:nvCxnSpPr>
        <p:spPr>
          <a:xfrm>
            <a:off x="3186303" y="4006216"/>
            <a:ext cx="416051" cy="0"/>
          </a:xfrm>
          <a:prstGeom prst="straightConnector1">
            <a:avLst/>
          </a:prstGeom>
          <a:ln>
            <a:prstDash val="dash"/>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71448244-223D-6240-8C73-1378BBCEE08D}"/>
              </a:ext>
            </a:extLst>
          </p:cNvPr>
          <p:cNvCxnSpPr>
            <a:cxnSpLocks/>
            <a:stCxn id="35" idx="3"/>
            <a:endCxn id="44" idx="2"/>
          </p:cNvCxnSpPr>
          <p:nvPr/>
        </p:nvCxnSpPr>
        <p:spPr>
          <a:xfrm flipV="1">
            <a:off x="1762887" y="4172331"/>
            <a:ext cx="0" cy="38900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00CCB43C-59B8-B342-87C4-C08BE23E0AE8}"/>
              </a:ext>
            </a:extLst>
          </p:cNvPr>
          <p:cNvCxnSpPr>
            <a:cxnSpLocks/>
            <a:stCxn id="36" idx="3"/>
            <a:endCxn id="45" idx="2"/>
          </p:cNvCxnSpPr>
          <p:nvPr/>
        </p:nvCxnSpPr>
        <p:spPr>
          <a:xfrm flipV="1">
            <a:off x="2765679" y="4172331"/>
            <a:ext cx="0" cy="388999"/>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C4996B22-DAAC-3447-8427-90969E955123}"/>
              </a:ext>
            </a:extLst>
          </p:cNvPr>
          <p:cNvCxnSpPr>
            <a:cxnSpLocks/>
            <a:stCxn id="40" idx="3"/>
            <a:endCxn id="46" idx="2"/>
          </p:cNvCxnSpPr>
          <p:nvPr/>
        </p:nvCxnSpPr>
        <p:spPr>
          <a:xfrm flipV="1">
            <a:off x="4022978" y="4172331"/>
            <a:ext cx="0" cy="388999"/>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AC063E69-1655-404E-8C5A-A7080788273F}"/>
              </a:ext>
            </a:extLst>
          </p:cNvPr>
          <p:cNvSpPr txBox="1"/>
          <p:nvPr/>
        </p:nvSpPr>
        <p:spPr>
          <a:xfrm>
            <a:off x="3278911" y="4601139"/>
            <a:ext cx="230832"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solidFill>
                  <a:sysClr val="windowText" lastClr="000000"/>
                </a:solidFill>
                <a:ea typeface="Arial Unicode MS" pitchFamily="34" charset="-128"/>
                <a:cs typeface="Arial Unicode MS" pitchFamily="34" charset="-128"/>
              </a:rPr>
              <a:t>…</a:t>
            </a:r>
          </a:p>
        </p:txBody>
      </p:sp>
      <p:sp>
        <p:nvSpPr>
          <p:cNvPr id="73" name="Rectangle 72">
            <a:extLst>
              <a:ext uri="{FF2B5EF4-FFF2-40B4-BE49-F238E27FC236}">
                <a16:creationId xmlns:a16="http://schemas.microsoft.com/office/drawing/2014/main" id="{C49A5C9E-1112-F945-99F7-91F5FB243622}"/>
              </a:ext>
            </a:extLst>
          </p:cNvPr>
          <p:cNvSpPr/>
          <p:nvPr/>
        </p:nvSpPr>
        <p:spPr bwMode="gray">
          <a:xfrm>
            <a:off x="5021580" y="2944367"/>
            <a:ext cx="841248" cy="332232"/>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6" name="Rectangle 75">
            <a:extLst>
              <a:ext uri="{FF2B5EF4-FFF2-40B4-BE49-F238E27FC236}">
                <a16:creationId xmlns:a16="http://schemas.microsoft.com/office/drawing/2014/main" id="{D2C97F3E-2195-DE49-B3C9-37D18F32E33F}"/>
              </a:ext>
            </a:extLst>
          </p:cNvPr>
          <p:cNvSpPr/>
          <p:nvPr/>
        </p:nvSpPr>
        <p:spPr bwMode="gray">
          <a:xfrm>
            <a:off x="3602354" y="2944367"/>
            <a:ext cx="841248" cy="332232"/>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9" name="Rounded Rectangle 98">
            <a:extLst>
              <a:ext uri="{FF2B5EF4-FFF2-40B4-BE49-F238E27FC236}">
                <a16:creationId xmlns:a16="http://schemas.microsoft.com/office/drawing/2014/main" id="{74DDFB97-3A95-E04F-9680-B8C19DF59FD5}"/>
              </a:ext>
            </a:extLst>
          </p:cNvPr>
          <p:cNvSpPr/>
          <p:nvPr/>
        </p:nvSpPr>
        <p:spPr bwMode="gray">
          <a:xfrm rot="16200000">
            <a:off x="4710480" y="3828081"/>
            <a:ext cx="1426463" cy="1112935"/>
          </a:xfrm>
          <a:prstGeom prst="roundRect">
            <a:avLst/>
          </a:prstGeom>
          <a:solidFill>
            <a:schemeClr val="accent2">
              <a:alpha val="21000"/>
            </a:schemeClr>
          </a:solidFill>
          <a:ln>
            <a:headEnd/>
            <a:tailEnd/>
          </a:ln>
        </p:spPr>
        <p:style>
          <a:lnRef idx="1">
            <a:schemeClr val="accent2"/>
          </a:lnRef>
          <a:fillRef idx="3">
            <a:schemeClr val="accent2"/>
          </a:fillRef>
          <a:effectRef idx="2">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12" name="Rectangle 111">
            <a:extLst>
              <a:ext uri="{FF2B5EF4-FFF2-40B4-BE49-F238E27FC236}">
                <a16:creationId xmlns:a16="http://schemas.microsoft.com/office/drawing/2014/main" id="{BD1DF9C3-AB01-7E49-BCB5-C75643D5A3C6}"/>
              </a:ext>
            </a:extLst>
          </p:cNvPr>
          <p:cNvSpPr/>
          <p:nvPr/>
        </p:nvSpPr>
        <p:spPr bwMode="gray">
          <a:xfrm>
            <a:off x="5024216" y="3840100"/>
            <a:ext cx="841248" cy="332232"/>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21" name="Rounded Rectangle 120">
            <a:extLst>
              <a:ext uri="{FF2B5EF4-FFF2-40B4-BE49-F238E27FC236}">
                <a16:creationId xmlns:a16="http://schemas.microsoft.com/office/drawing/2014/main" id="{5AE3F45E-3AB0-E343-9746-E252AC1D391F}"/>
              </a:ext>
            </a:extLst>
          </p:cNvPr>
          <p:cNvSpPr/>
          <p:nvPr/>
        </p:nvSpPr>
        <p:spPr bwMode="gray">
          <a:xfrm rot="16200000">
            <a:off x="6472224" y="3828080"/>
            <a:ext cx="1426463" cy="1112935"/>
          </a:xfrm>
          <a:prstGeom prst="roundRect">
            <a:avLst/>
          </a:prstGeom>
          <a:solidFill>
            <a:schemeClr val="accent2">
              <a:alpha val="21000"/>
            </a:schemeClr>
          </a:solidFill>
          <a:ln>
            <a:headEnd/>
            <a:tailEnd/>
          </a:ln>
        </p:spPr>
        <p:style>
          <a:lnRef idx="1">
            <a:schemeClr val="accent2"/>
          </a:lnRef>
          <a:fillRef idx="3">
            <a:schemeClr val="accent2"/>
          </a:fillRef>
          <a:effectRef idx="2">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23" name="TextBox 122">
            <a:extLst>
              <a:ext uri="{FF2B5EF4-FFF2-40B4-BE49-F238E27FC236}">
                <a16:creationId xmlns:a16="http://schemas.microsoft.com/office/drawing/2014/main" id="{F479D3E6-8429-0849-ABE8-32462A223F7B}"/>
              </a:ext>
            </a:extLst>
          </p:cNvPr>
          <p:cNvSpPr txBox="1"/>
          <p:nvPr/>
        </p:nvSpPr>
        <p:spPr>
          <a:xfrm>
            <a:off x="6189167" y="4552180"/>
            <a:ext cx="230832"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solidFill>
                  <a:sysClr val="windowText" lastClr="000000"/>
                </a:solidFill>
                <a:ea typeface="Arial Unicode MS" pitchFamily="34" charset="-128"/>
                <a:cs typeface="Arial Unicode MS" pitchFamily="34" charset="-128"/>
              </a:rPr>
              <a:t>…</a:t>
            </a:r>
          </a:p>
        </p:txBody>
      </p:sp>
      <p:cxnSp>
        <p:nvCxnSpPr>
          <p:cNvPr id="124" name="Straight Arrow Connector 123">
            <a:extLst>
              <a:ext uri="{FF2B5EF4-FFF2-40B4-BE49-F238E27FC236}">
                <a16:creationId xmlns:a16="http://schemas.microsoft.com/office/drawing/2014/main" id="{2851CB4D-E597-D847-B8D0-F3A2EA0DACAC}"/>
              </a:ext>
            </a:extLst>
          </p:cNvPr>
          <p:cNvCxnSpPr>
            <a:cxnSpLocks/>
            <a:stCxn id="46" idx="0"/>
            <a:endCxn id="76" idx="2"/>
          </p:cNvCxnSpPr>
          <p:nvPr/>
        </p:nvCxnSpPr>
        <p:spPr>
          <a:xfrm flipV="1">
            <a:off x="4022978" y="3276599"/>
            <a:ext cx="0" cy="56350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27" name="Straight Arrow Connector 126">
            <a:extLst>
              <a:ext uri="{FF2B5EF4-FFF2-40B4-BE49-F238E27FC236}">
                <a16:creationId xmlns:a16="http://schemas.microsoft.com/office/drawing/2014/main" id="{306708D1-B964-E547-B31C-B2F13C26AB3E}"/>
              </a:ext>
            </a:extLst>
          </p:cNvPr>
          <p:cNvCxnSpPr>
            <a:cxnSpLocks/>
            <a:stCxn id="112" idx="0"/>
            <a:endCxn id="73" idx="2"/>
          </p:cNvCxnSpPr>
          <p:nvPr/>
        </p:nvCxnSpPr>
        <p:spPr>
          <a:xfrm flipH="1" flipV="1">
            <a:off x="5442204" y="3276599"/>
            <a:ext cx="2636" cy="563501"/>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30" name="Rectangle 129">
            <a:extLst>
              <a:ext uri="{FF2B5EF4-FFF2-40B4-BE49-F238E27FC236}">
                <a16:creationId xmlns:a16="http://schemas.microsoft.com/office/drawing/2014/main" id="{F28B3B76-2CFE-134A-9DE8-18A375C67567}"/>
              </a:ext>
            </a:extLst>
          </p:cNvPr>
          <p:cNvSpPr/>
          <p:nvPr/>
        </p:nvSpPr>
        <p:spPr bwMode="gray">
          <a:xfrm>
            <a:off x="6781801" y="2944367"/>
            <a:ext cx="841248" cy="332232"/>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31" name="Rectangle 130">
            <a:extLst>
              <a:ext uri="{FF2B5EF4-FFF2-40B4-BE49-F238E27FC236}">
                <a16:creationId xmlns:a16="http://schemas.microsoft.com/office/drawing/2014/main" id="{97B34056-2406-7745-92E6-407F0DE8D1F4}"/>
              </a:ext>
            </a:extLst>
          </p:cNvPr>
          <p:cNvSpPr/>
          <p:nvPr/>
        </p:nvSpPr>
        <p:spPr bwMode="gray">
          <a:xfrm>
            <a:off x="6784437" y="3840100"/>
            <a:ext cx="841248" cy="332232"/>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LSTM</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132" name="Straight Arrow Connector 131">
            <a:extLst>
              <a:ext uri="{FF2B5EF4-FFF2-40B4-BE49-F238E27FC236}">
                <a16:creationId xmlns:a16="http://schemas.microsoft.com/office/drawing/2014/main" id="{2F28E0EA-40A0-0F4D-89F9-1CD07125089F}"/>
              </a:ext>
            </a:extLst>
          </p:cNvPr>
          <p:cNvCxnSpPr>
            <a:cxnSpLocks/>
            <a:stCxn id="131" idx="0"/>
            <a:endCxn id="130" idx="2"/>
          </p:cNvCxnSpPr>
          <p:nvPr/>
        </p:nvCxnSpPr>
        <p:spPr>
          <a:xfrm flipH="1" flipV="1">
            <a:off x="7202425" y="3276599"/>
            <a:ext cx="2636" cy="563501"/>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33">
            <a:extLst>
              <a:ext uri="{FF2B5EF4-FFF2-40B4-BE49-F238E27FC236}">
                <a16:creationId xmlns:a16="http://schemas.microsoft.com/office/drawing/2014/main" id="{62A4CA54-5403-7840-919E-84A67AC7E9A2}"/>
              </a:ext>
            </a:extLst>
          </p:cNvPr>
          <p:cNvCxnSpPr>
            <a:cxnSpLocks/>
            <a:stCxn id="76" idx="3"/>
            <a:endCxn id="73" idx="1"/>
          </p:cNvCxnSpPr>
          <p:nvPr/>
        </p:nvCxnSpPr>
        <p:spPr>
          <a:xfrm>
            <a:off x="4443602" y="3110483"/>
            <a:ext cx="577978"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45B1E2F2-B2E7-A24B-9D6C-1B943C5C0BA4}"/>
              </a:ext>
            </a:extLst>
          </p:cNvPr>
          <p:cNvCxnSpPr>
            <a:cxnSpLocks/>
            <a:stCxn id="73" idx="3"/>
            <a:endCxn id="130" idx="1"/>
          </p:cNvCxnSpPr>
          <p:nvPr/>
        </p:nvCxnSpPr>
        <p:spPr>
          <a:xfrm>
            <a:off x="5862828" y="3110483"/>
            <a:ext cx="918973" cy="0"/>
          </a:xfrm>
          <a:prstGeom prst="straightConnector1">
            <a:avLst/>
          </a:prstGeom>
          <a:ln>
            <a:prstDash val="dash"/>
            <a:headEnd type="none" w="med" len="med"/>
            <a:tailEnd type="triangle"/>
          </a:ln>
        </p:spPr>
        <p:style>
          <a:lnRef idx="1">
            <a:schemeClr val="dk1"/>
          </a:lnRef>
          <a:fillRef idx="0">
            <a:schemeClr val="dk1"/>
          </a:fillRef>
          <a:effectRef idx="0">
            <a:schemeClr val="dk1"/>
          </a:effectRef>
          <a:fontRef idx="minor">
            <a:schemeClr val="tx1"/>
          </a:fontRef>
        </p:style>
      </p:cxnSp>
      <p:sp>
        <p:nvSpPr>
          <p:cNvPr id="142" name="Rectangle 141">
            <a:extLst>
              <a:ext uri="{FF2B5EF4-FFF2-40B4-BE49-F238E27FC236}">
                <a16:creationId xmlns:a16="http://schemas.microsoft.com/office/drawing/2014/main" id="{21ABAEDE-1C24-9547-8FB0-CDF23069980D}"/>
              </a:ext>
            </a:extLst>
          </p:cNvPr>
          <p:cNvSpPr/>
          <p:nvPr/>
        </p:nvSpPr>
        <p:spPr bwMode="gray">
          <a:xfrm>
            <a:off x="6781801" y="2165603"/>
            <a:ext cx="841248" cy="332232"/>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Dense</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143" name="Straight Arrow Connector 142">
            <a:extLst>
              <a:ext uri="{FF2B5EF4-FFF2-40B4-BE49-F238E27FC236}">
                <a16:creationId xmlns:a16="http://schemas.microsoft.com/office/drawing/2014/main" id="{9CC5860F-5CF0-DE46-8756-AEF116E313A9}"/>
              </a:ext>
            </a:extLst>
          </p:cNvPr>
          <p:cNvCxnSpPr>
            <a:cxnSpLocks/>
            <a:stCxn id="130" idx="0"/>
            <a:endCxn id="142" idx="2"/>
          </p:cNvCxnSpPr>
          <p:nvPr/>
        </p:nvCxnSpPr>
        <p:spPr>
          <a:xfrm flipV="1">
            <a:off x="7202425" y="2497835"/>
            <a:ext cx="0" cy="446532"/>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6" name="Straight Arrow Connector 145">
            <a:extLst>
              <a:ext uri="{FF2B5EF4-FFF2-40B4-BE49-F238E27FC236}">
                <a16:creationId xmlns:a16="http://schemas.microsoft.com/office/drawing/2014/main" id="{D5ABAD6C-EF79-A04D-A81C-7CE3AE4911A6}"/>
              </a:ext>
            </a:extLst>
          </p:cNvPr>
          <p:cNvCxnSpPr>
            <a:cxnSpLocks/>
            <a:stCxn id="142" idx="0"/>
            <a:endCxn id="149" idx="4"/>
          </p:cNvCxnSpPr>
          <p:nvPr/>
        </p:nvCxnSpPr>
        <p:spPr>
          <a:xfrm flipV="1">
            <a:off x="7202425" y="1787461"/>
            <a:ext cx="0" cy="378142"/>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49" name="Oval 148">
            <a:extLst>
              <a:ext uri="{FF2B5EF4-FFF2-40B4-BE49-F238E27FC236}">
                <a16:creationId xmlns:a16="http://schemas.microsoft.com/office/drawing/2014/main" id="{F1FE2ED0-3B88-8F42-AB70-4FC33492ADA8}"/>
              </a:ext>
            </a:extLst>
          </p:cNvPr>
          <p:cNvSpPr/>
          <p:nvPr/>
        </p:nvSpPr>
        <p:spPr bwMode="gray">
          <a:xfrm>
            <a:off x="6649213" y="1422081"/>
            <a:ext cx="1106423" cy="365380"/>
          </a:xfrm>
          <a:prstGeom prst="ellipse">
            <a:avLst/>
          </a:prstGeom>
          <a:ln>
            <a:headEnd/>
            <a:tailEnd/>
          </a:ln>
        </p:spPr>
        <p:style>
          <a:lnRef idx="1">
            <a:schemeClr val="dk1"/>
          </a:lnRef>
          <a:fillRef idx="3">
            <a:schemeClr val="dk1"/>
          </a:fillRef>
          <a:effectRef idx="2">
            <a:schemeClr val="dk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Score</a:t>
            </a:r>
          </a:p>
        </p:txBody>
      </p:sp>
      <p:sp>
        <p:nvSpPr>
          <p:cNvPr id="2" name="Rectangle 1">
            <a:extLst>
              <a:ext uri="{FF2B5EF4-FFF2-40B4-BE49-F238E27FC236}">
                <a16:creationId xmlns:a16="http://schemas.microsoft.com/office/drawing/2014/main" id="{C0FB4123-EB58-B44A-BE07-92FECE8FA470}"/>
              </a:ext>
            </a:extLst>
          </p:cNvPr>
          <p:cNvSpPr/>
          <p:nvPr/>
        </p:nvSpPr>
        <p:spPr bwMode="gray">
          <a:xfrm>
            <a:off x="-1222058" y="1653538"/>
            <a:ext cx="2167128" cy="3086099"/>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7" name="Rectangle 46">
            <a:extLst>
              <a:ext uri="{FF2B5EF4-FFF2-40B4-BE49-F238E27FC236}">
                <a16:creationId xmlns:a16="http://schemas.microsoft.com/office/drawing/2014/main" id="{AFE15DC5-221A-2947-BB90-6CA4E9BDB2D8}"/>
              </a:ext>
            </a:extLst>
          </p:cNvPr>
          <p:cNvSpPr/>
          <p:nvPr/>
        </p:nvSpPr>
        <p:spPr bwMode="gray">
          <a:xfrm>
            <a:off x="8469821" y="1653538"/>
            <a:ext cx="2167128" cy="3086099"/>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799205039"/>
      </p:ext>
    </p:extLst>
  </p:cSld>
  <p:clrMapOvr>
    <a:masterClrMapping/>
  </p:clrMapOvr>
</p:sld>
</file>

<file path=ppt/theme/theme1.xml><?xml version="1.0" encoding="utf-8"?>
<a:theme xmlns:a="http://schemas.openxmlformats.org/drawingml/2006/main" name="SAP 2018 4x3 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8_4x3_black.potx" id="{33F942EA-CBBA-48A1-ABA0-1BC3448EF07A}" vid="{23574CE3-C32C-44C7-B005-AE16BAD81E5A}"/>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 2018 4x3 black</Template>
  <TotalTime>2315</TotalTime>
  <Words>13</Words>
  <Application>Microsoft Macintosh PowerPoint</Application>
  <PresentationFormat>On-screen Show (4:3)</PresentationFormat>
  <Paragraphs>13</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Unicode MS</vt:lpstr>
      <vt:lpstr>Courier New</vt:lpstr>
      <vt:lpstr>Symbol</vt:lpstr>
      <vt:lpstr>wingdings</vt:lpstr>
      <vt:lpstr>wingdings</vt:lpstr>
      <vt:lpstr>SAP 2018 4x3 black</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and Here and Here</dc:title>
  <dc:creator>Opuchlich, Paul</dc:creator>
  <cp:keywords>2018/4:3/black</cp:keywords>
  <cp:lastModifiedBy>Opuchlich, Paul</cp:lastModifiedBy>
  <cp:revision>5</cp:revision>
  <dcterms:created xsi:type="dcterms:W3CDTF">2018-09-06T13:18:05Z</dcterms:created>
  <dcterms:modified xsi:type="dcterms:W3CDTF">2018-09-12T09:41:02Z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