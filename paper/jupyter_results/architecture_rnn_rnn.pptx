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3"/>
  </p:notesMasterIdLst>
  <p:handoutMasterIdLst>
    <p:handoutMasterId r:id="rId4"/>
  </p:handoutMasterIdLst>
  <p:sldIdLst>
    <p:sldId id="416" r:id="rId2"/>
  </p:sldIdLst>
  <p:sldSz cx="9144000" cy="6858000" type="screen4x3"/>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autoAdjust="0"/>
    <p:restoredTop sz="94674" autoAdjust="0"/>
  </p:normalViewPr>
  <p:slideViewPr>
    <p:cSldViewPr snapToGrid="0" showGuides="1">
      <p:cViewPr varScale="1">
        <p:scale>
          <a:sx n="140" d="100"/>
          <a:sy n="140" d="100"/>
        </p:scale>
        <p:origin x="448" y="192"/>
      </p:cViewPr>
      <p:guideLst>
        <p:guide orient="horz" pos="2160"/>
        <p:guide pos="2880"/>
      </p:guideLst>
    </p:cSldViewPr>
  </p:slideViewPr>
  <p:outlineViewPr>
    <p:cViewPr>
      <p:scale>
        <a:sx n="33" d="100"/>
        <a:sy n="33" d="100"/>
      </p:scale>
      <p:origin x="0" y="-8357"/>
    </p:cViewPr>
  </p:outlineViewPr>
  <p:notesTextViewPr>
    <p:cViewPr>
      <p:scale>
        <a:sx n="100" d="100"/>
        <a:sy n="100" d="100"/>
      </p:scale>
      <p:origin x="0" y="0"/>
    </p:cViewPr>
  </p:notesTextViewPr>
  <p:sorterViewPr>
    <p:cViewPr varScale="1">
      <p:scale>
        <a:sx n="100" d="100"/>
        <a:sy n="100" d="100"/>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268413" y="612775"/>
            <a:ext cx="432117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68413" y="612775"/>
            <a:ext cx="4321175" cy="3241675"/>
          </a:xfrm>
        </p:spPr>
      </p:sp>
      <p:sp>
        <p:nvSpPr>
          <p:cNvPr id="3" name="Notes Placeholder 2"/>
          <p:cNvSpPr>
            <a:spLocks noGrp="1"/>
          </p:cNvSpPr>
          <p:nvPr>
            <p:ph type="body" idx="1"/>
          </p:nvPr>
        </p:nvSpPr>
        <p:spPr/>
        <p:txBody>
          <a:bodyPr/>
          <a:lstStyle/>
          <a:p>
            <a:endParaRPr lang="en-US" sz="900" dirty="0"/>
          </a:p>
        </p:txBody>
      </p:sp>
      <p:sp>
        <p:nvSpPr>
          <p:cNvPr id="4" name="Slide Number Placeholder 3"/>
          <p:cNvSpPr>
            <a:spLocks noGrp="1"/>
          </p:cNvSpPr>
          <p:nvPr>
            <p:ph type="sldNum" sz="quarter" idx="10"/>
          </p:nvPr>
        </p:nvSpPr>
        <p:spPr/>
        <p:txBody>
          <a:bodyPr/>
          <a:lstStyle/>
          <a:p>
            <a:fld id="{7D8C2C35-2B8A-446E-BEC0-FD36716C29AC}" type="slidenum">
              <a:rPr lang="de-DE" smtClean="0"/>
              <a:pPr/>
              <a:t>1</a:t>
            </a:fld>
            <a:endParaRPr lang="de-DE" dirty="0"/>
          </a:p>
        </p:txBody>
      </p:sp>
    </p:spTree>
    <p:extLst>
      <p:ext uri="{BB962C8B-B14F-4D97-AF65-F5344CB8AC3E}">
        <p14:creationId xmlns:p14="http://schemas.microsoft.com/office/powerpoint/2010/main" val="12780759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hyperlink" Target="https://www.facebook.com/SAP" TargetMode="External"/><Relationship Id="rId3" Type="http://schemas.openxmlformats.org/officeDocument/2006/relationships/hyperlink" Target="http://www.sap.com/corporate-en/legal/copyright/index.epx" TargetMode="External"/><Relationship Id="rId7" Type="http://schemas.openxmlformats.org/officeDocument/2006/relationships/hyperlink" Target="https://www.linkedin.com/company/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twitter.com/sap" TargetMode="External"/><Relationship Id="rId5" Type="http://schemas.openxmlformats.org/officeDocument/2006/relationships/hyperlink" Target="https://plus.google.com/+SAP" TargetMode="External"/><Relationship Id="rId10" Type="http://schemas.openxmlformats.org/officeDocument/2006/relationships/image" Target="../media/image4.png"/><Relationship Id="rId4" Type="http://schemas.openxmlformats.org/officeDocument/2006/relationships/hyperlink" Target="https://www.sap.com/registration/contact.html" TargetMode="External"/><Relationship Id="rId9" Type="http://schemas.openxmlformats.org/officeDocument/2006/relationships/hyperlink" Target="https://www.youtube.com/user/SAP" TargetMode="External"/><Relationship Id="rId1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hyperlink" Target="https://www.facebook.com/SAP" TargetMode="External"/><Relationship Id="rId3" Type="http://schemas.openxmlformats.org/officeDocument/2006/relationships/hyperlink" Target="https://www.sap.com/corporate/de/legal/copyright.html" TargetMode="External"/><Relationship Id="rId7" Type="http://schemas.openxmlformats.org/officeDocument/2006/relationships/hyperlink" Target="https://www.linkedin.com/company/sap" TargetMode="External"/><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2.png"/><Relationship Id="rId11" Type="http://schemas.openxmlformats.org/officeDocument/2006/relationships/hyperlink" Target="https://twitter.com/sap" TargetMode="External"/><Relationship Id="rId5" Type="http://schemas.openxmlformats.org/officeDocument/2006/relationships/hyperlink" Target="https://plus.google.com/+SAP" TargetMode="External"/><Relationship Id="rId10" Type="http://schemas.openxmlformats.org/officeDocument/2006/relationships/image" Target="../media/image4.png"/><Relationship Id="rId4" Type="http://schemas.openxmlformats.org/officeDocument/2006/relationships/hyperlink" Target="https://www.sap.com/registration/contact.html" TargetMode="External"/><Relationship Id="rId9" Type="http://schemas.openxmlformats.org/officeDocument/2006/relationships/hyperlink" Target="https://www.youtube.com/user/SAP" TargetMode="External"/><Relationship Id="rId1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11" name="SAP Logo" descr="SAP Logo" title="SAP Logo"/>
          <p:cNvPicPr>
            <a:picLocks noChangeAspect="1"/>
          </p:cNvPicPr>
          <p:nvPr userDrawn="1"/>
        </p:nvPicPr>
        <p:blipFill>
          <a:blip r:embed="rId2"/>
          <a:stretch>
            <a:fillRect/>
          </a:stretch>
        </p:blipFill>
        <p:spPr>
          <a:xfrm>
            <a:off x="6888265" y="6217668"/>
            <a:ext cx="1963636" cy="360000"/>
          </a:xfrm>
          <a:prstGeom prst="rect">
            <a:avLst/>
          </a:prstGeom>
        </p:spPr>
      </p:pic>
      <p:sp>
        <p:nvSpPr>
          <p:cNvPr id="13" name="Classification"/>
          <p:cNvSpPr txBox="1"/>
          <p:nvPr userDrawn="1"/>
        </p:nvSpPr>
        <p:spPr>
          <a:xfrm>
            <a:off x="288000" y="5769667"/>
            <a:ext cx="3152820"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dirty="0"/>
              <a:t>INTERNAL</a:t>
            </a:r>
          </a:p>
        </p:txBody>
      </p:sp>
      <p:sp>
        <p:nvSpPr>
          <p:cNvPr id="19" name="Speaker"/>
          <p:cNvSpPr>
            <a:spLocks noGrp="1"/>
          </p:cNvSpPr>
          <p:nvPr userDrawn="1">
            <p:ph type="subTitle" idx="1" hasCustomPrompt="1"/>
          </p:nvPr>
        </p:nvSpPr>
        <p:spPr bwMode="black">
          <a:xfrm>
            <a:off x="288000" y="5130490"/>
            <a:ext cx="8100196" cy="430887"/>
          </a:xfrm>
        </p:spPr>
        <p:txBody>
          <a:bodyPr wrap="square" anchor="t" anchorCtr="0">
            <a:noAutofit/>
          </a:bodyPr>
          <a:lstStyle>
            <a:lvl1pPr marL="0" marR="0" indent="0" algn="l" defTabSz="816201"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408100" indent="0" algn="ctr">
              <a:buNone/>
              <a:defRPr>
                <a:solidFill>
                  <a:schemeClr val="tx1">
                    <a:tint val="75000"/>
                  </a:schemeClr>
                </a:solidFill>
              </a:defRPr>
            </a:lvl2pPr>
            <a:lvl3pPr marL="816201" indent="0" algn="ctr">
              <a:buNone/>
              <a:defRPr>
                <a:solidFill>
                  <a:schemeClr val="tx1">
                    <a:tint val="75000"/>
                  </a:schemeClr>
                </a:solidFill>
              </a:defRPr>
            </a:lvl3pPr>
            <a:lvl4pPr marL="1224301" indent="0" algn="ctr">
              <a:buNone/>
              <a:defRPr>
                <a:solidFill>
                  <a:schemeClr val="tx1">
                    <a:tint val="75000"/>
                  </a:schemeClr>
                </a:solidFill>
              </a:defRPr>
            </a:lvl4pPr>
            <a:lvl5pPr marL="1632402" indent="0" algn="ctr">
              <a:buNone/>
              <a:defRPr>
                <a:solidFill>
                  <a:schemeClr val="tx1">
                    <a:tint val="75000"/>
                  </a:schemeClr>
                </a:solidFill>
              </a:defRPr>
            </a:lvl5pPr>
            <a:lvl6pPr marL="2040503" indent="0" algn="ctr">
              <a:buNone/>
              <a:defRPr>
                <a:solidFill>
                  <a:schemeClr val="tx1">
                    <a:tint val="75000"/>
                  </a:schemeClr>
                </a:solidFill>
              </a:defRPr>
            </a:lvl6pPr>
            <a:lvl7pPr marL="2448603" indent="0" algn="ctr">
              <a:buNone/>
              <a:defRPr>
                <a:solidFill>
                  <a:schemeClr val="tx1">
                    <a:tint val="75000"/>
                  </a:schemeClr>
                </a:solidFill>
              </a:defRPr>
            </a:lvl7pPr>
            <a:lvl8pPr marL="2856704" indent="0" algn="ctr">
              <a:buNone/>
              <a:defRPr>
                <a:solidFill>
                  <a:schemeClr val="tx1">
                    <a:tint val="75000"/>
                  </a:schemeClr>
                </a:solidFill>
              </a:defRPr>
            </a:lvl8pPr>
            <a:lvl9pPr marL="3264804" indent="0" algn="ctr">
              <a:buNone/>
              <a:defRPr>
                <a:solidFill>
                  <a:schemeClr val="tx1">
                    <a:tint val="75000"/>
                  </a:schemeClr>
                </a:solidFill>
              </a:defRPr>
            </a:lvl9pPr>
          </a:lstStyle>
          <a:p>
            <a:r>
              <a:rPr lang="en-US" dirty="0"/>
              <a:t>Speaker’s Name, SAP</a:t>
            </a:r>
          </a:p>
          <a:p>
            <a:pPr marL="0" marR="0" lvl="0" indent="0" algn="l" defTabSz="816201"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4024430"/>
            <a:ext cx="8100196"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
        <p:nvSpPr>
          <p:cNvPr id="5" name="Title Image Placeholder" descr="Placeholder title image" title="Title image"/>
          <p:cNvSpPr>
            <a:spLocks noGrp="1"/>
          </p:cNvSpPr>
          <p:nvPr>
            <p:ph type="pic" sz="quarter" idx="12" hasCustomPrompt="1"/>
          </p:nvPr>
        </p:nvSpPr>
        <p:spPr bwMode="gray">
          <a:xfrm>
            <a:off x="0" y="0"/>
            <a:ext cx="8389415" cy="3430006"/>
          </a:xfrm>
          <a:solidFill>
            <a:schemeClr val="tx2">
              <a:alpha val="70000"/>
            </a:schemeClr>
          </a:solidFill>
        </p:spPr>
        <p:txBody>
          <a:bodyPr tIns="504000"/>
          <a:lstStyle>
            <a:lvl1pPr algn="ctr">
              <a:defRPr sz="1200">
                <a:solidFill>
                  <a:schemeClr val="tx1"/>
                </a:solidFill>
              </a:defRPr>
            </a:lvl1pPr>
          </a:lstStyle>
          <a:p>
            <a:r>
              <a:rPr lang="en-US" dirty="0"/>
              <a:t>Click to insert title image</a:t>
            </a:r>
          </a:p>
        </p:txBody>
      </p:sp>
      <p:grpSp>
        <p:nvGrpSpPr>
          <p:cNvPr id="2" name="Hero Motion Band" descr="Three rectangles on the roght side of the image&#10;1. SAP Gold 60%&#10;2. SAP Gold 30%&#10;3. SAP Gold" title="Hero Motion Band"/>
          <p:cNvGrpSpPr/>
          <p:nvPr userDrawn="1"/>
        </p:nvGrpSpPr>
        <p:grpSpPr>
          <a:xfrm>
            <a:off x="6876589" y="0"/>
            <a:ext cx="2267411" cy="3430006"/>
            <a:chOff x="9171173" y="0"/>
            <a:chExt cx="3024002" cy="3430006"/>
          </a:xfrm>
        </p:grpSpPr>
        <p:sp>
          <p:nvSpPr>
            <p:cNvPr id="17" name="Rectangle SAP Gold"/>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30%"/>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SAP Gold 60%"/>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2452717617"/>
      </p:ext>
    </p:extLst>
  </p:cSld>
  <p:clrMapOvr>
    <a:masterClrMapping/>
  </p:clrMapOvr>
  <p:extLst mod="1">
    <p:ext uri="{DCECCB84-F9BA-43D5-87BE-67443E8EF086}">
      <p15:sldGuideLst xmlns:p15="http://schemas.microsoft.com/office/powerpoint/2012/main">
        <p15:guide id="1" pos="5576" userDrawn="1">
          <p15:clr>
            <a:srgbClr val="FBAE40"/>
          </p15:clr>
        </p15:guide>
        <p15:guide id="2" orient="horz" pos="4138" userDrawn="1">
          <p15:clr>
            <a:srgbClr val="FBAE40"/>
          </p15:clr>
        </p15:guide>
        <p15:guide id="3" orient="horz" pos="2161" userDrawn="1">
          <p15:clr>
            <a:srgbClr val="FBAE40"/>
          </p15:clr>
        </p15:guide>
        <p15:guide id="4" pos="181" userDrawn="1">
          <p15:clr>
            <a:srgbClr val="FBAE40"/>
          </p15:clr>
        </p15:guide>
        <p15:guide id="5" orient="horz" pos="2534" userDrawn="1">
          <p15:clr>
            <a:srgbClr val="FBAE40"/>
          </p15:clr>
        </p15:guide>
        <p15:guide id="6" orient="horz" pos="3164" userDrawn="1">
          <p15:clr>
            <a:srgbClr val="FBAE40"/>
          </p15:clr>
        </p15:guide>
        <p15:guide id="7" orient="horz" pos="3232" userDrawn="1">
          <p15:clr>
            <a:srgbClr val="FBAE40"/>
          </p15:clr>
        </p15:guide>
        <p15:guide id="8" orient="horz" pos="350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pic>
        <p:nvPicPr>
          <p:cNvPr id="7" name="SAP Logo" descr="SAP Logo" title="SAP Logo"/>
          <p:cNvPicPr>
            <a:picLocks noChangeAspect="1"/>
          </p:cNvPicPr>
          <p:nvPr userDrawn="1"/>
        </p:nvPicPr>
        <p:blipFill>
          <a:blip r:embed="rId2"/>
          <a:stretch>
            <a:fillRect/>
          </a:stretch>
        </p:blipFill>
        <p:spPr>
          <a:xfrm>
            <a:off x="6888265" y="6217668"/>
            <a:ext cx="1963636" cy="360000"/>
          </a:xfrm>
          <a:prstGeom prst="rect">
            <a:avLst/>
          </a:prstGeom>
        </p:spPr>
      </p:pic>
      <p:sp>
        <p:nvSpPr>
          <p:cNvPr id="13" name="Classification"/>
          <p:cNvSpPr txBox="1"/>
          <p:nvPr userDrawn="1"/>
        </p:nvSpPr>
        <p:spPr>
          <a:xfrm>
            <a:off x="288000" y="5359637"/>
            <a:ext cx="3152820"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dirty="0"/>
              <a:t>INTERNAL</a:t>
            </a:r>
          </a:p>
        </p:txBody>
      </p:sp>
      <p:sp>
        <p:nvSpPr>
          <p:cNvPr id="19" name="Speaker"/>
          <p:cNvSpPr>
            <a:spLocks noGrp="1"/>
          </p:cNvSpPr>
          <p:nvPr userDrawn="1">
            <p:ph type="subTitle" idx="1" hasCustomPrompt="1"/>
          </p:nvPr>
        </p:nvSpPr>
        <p:spPr bwMode="black">
          <a:xfrm>
            <a:off x="288000" y="4720460"/>
            <a:ext cx="8563900" cy="430887"/>
          </a:xfrm>
        </p:spPr>
        <p:txBody>
          <a:bodyPr wrap="square" anchor="t" anchorCtr="0">
            <a:noAutofit/>
          </a:bodyPr>
          <a:lstStyle>
            <a:lvl1pPr marL="0" marR="0" indent="0" algn="l" defTabSz="816201"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408100" indent="0" algn="ctr">
              <a:buNone/>
              <a:defRPr>
                <a:solidFill>
                  <a:schemeClr val="tx1">
                    <a:tint val="75000"/>
                  </a:schemeClr>
                </a:solidFill>
              </a:defRPr>
            </a:lvl2pPr>
            <a:lvl3pPr marL="816201" indent="0" algn="ctr">
              <a:buNone/>
              <a:defRPr>
                <a:solidFill>
                  <a:schemeClr val="tx1">
                    <a:tint val="75000"/>
                  </a:schemeClr>
                </a:solidFill>
              </a:defRPr>
            </a:lvl3pPr>
            <a:lvl4pPr marL="1224301" indent="0" algn="ctr">
              <a:buNone/>
              <a:defRPr>
                <a:solidFill>
                  <a:schemeClr val="tx1">
                    <a:tint val="75000"/>
                  </a:schemeClr>
                </a:solidFill>
              </a:defRPr>
            </a:lvl4pPr>
            <a:lvl5pPr marL="1632402" indent="0" algn="ctr">
              <a:buNone/>
              <a:defRPr>
                <a:solidFill>
                  <a:schemeClr val="tx1">
                    <a:tint val="75000"/>
                  </a:schemeClr>
                </a:solidFill>
              </a:defRPr>
            </a:lvl5pPr>
            <a:lvl6pPr marL="2040503" indent="0" algn="ctr">
              <a:buNone/>
              <a:defRPr>
                <a:solidFill>
                  <a:schemeClr val="tx1">
                    <a:tint val="75000"/>
                  </a:schemeClr>
                </a:solidFill>
              </a:defRPr>
            </a:lvl6pPr>
            <a:lvl7pPr marL="2448603" indent="0" algn="ctr">
              <a:buNone/>
              <a:defRPr>
                <a:solidFill>
                  <a:schemeClr val="tx1">
                    <a:tint val="75000"/>
                  </a:schemeClr>
                </a:solidFill>
              </a:defRPr>
            </a:lvl7pPr>
            <a:lvl8pPr marL="2856704" indent="0" algn="ctr">
              <a:buNone/>
              <a:defRPr>
                <a:solidFill>
                  <a:schemeClr val="tx1">
                    <a:tint val="75000"/>
                  </a:schemeClr>
                </a:solidFill>
              </a:defRPr>
            </a:lvl8pPr>
            <a:lvl9pPr marL="3264804" indent="0" algn="ctr">
              <a:buNone/>
              <a:defRPr>
                <a:solidFill>
                  <a:schemeClr val="tx1">
                    <a:tint val="75000"/>
                  </a:schemeClr>
                </a:solidFill>
              </a:defRPr>
            </a:lvl9pPr>
          </a:lstStyle>
          <a:p>
            <a:r>
              <a:rPr lang="en-US" dirty="0"/>
              <a:t>Speaker’s Name, SAP</a:t>
            </a:r>
          </a:p>
          <a:p>
            <a:pPr marL="0" marR="0" lvl="0" indent="0" algn="l" defTabSz="816201"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3614400"/>
            <a:ext cx="8563900"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
        <p:nvSpPr>
          <p:cNvPr id="5" name="Title Image Placeholder" descr="Placeholder title image" title="Title image"/>
          <p:cNvSpPr>
            <a:spLocks noGrp="1"/>
          </p:cNvSpPr>
          <p:nvPr>
            <p:ph type="pic" sz="quarter" idx="12" hasCustomPrompt="1"/>
          </p:nvPr>
        </p:nvSpPr>
        <p:spPr bwMode="gray">
          <a:xfrm>
            <a:off x="1" y="0"/>
            <a:ext cx="9143999" cy="2520000"/>
          </a:xfrm>
          <a:noFill/>
        </p:spPr>
        <p:txBody>
          <a:bodyPr tIns="504000"/>
          <a:lstStyle>
            <a:lvl1pPr algn="ctr">
              <a:defRPr sz="1200">
                <a:solidFill>
                  <a:schemeClr val="tx1"/>
                </a:solidFill>
              </a:defRPr>
            </a:lvl1pPr>
          </a:lstStyle>
          <a:p>
            <a:r>
              <a:rPr lang="en-US" dirty="0"/>
              <a:t>Click to insert illustration</a:t>
            </a:r>
          </a:p>
        </p:txBody>
      </p:sp>
    </p:spTree>
    <p:extLst>
      <p:ext uri="{BB962C8B-B14F-4D97-AF65-F5344CB8AC3E}">
        <p14:creationId xmlns:p14="http://schemas.microsoft.com/office/powerpoint/2010/main" val="2507233680"/>
      </p:ext>
    </p:extLst>
  </p:cSld>
  <p:clrMapOvr>
    <a:masterClrMapping/>
  </p:clrMapOvr>
  <p:extLst mod="1">
    <p:ext uri="{DCECCB84-F9BA-43D5-87BE-67443E8EF086}">
      <p15:sldGuideLst xmlns:p15="http://schemas.microsoft.com/office/powerpoint/2012/main">
        <p15:guide id="1" pos="5576">
          <p15:clr>
            <a:srgbClr val="FBAE40"/>
          </p15:clr>
        </p15:guide>
        <p15:guide id="2" orient="horz" pos="4138">
          <p15:clr>
            <a:srgbClr val="FBAE40"/>
          </p15:clr>
        </p15:guide>
        <p15:guide id="3" orient="horz" pos="1588" userDrawn="1">
          <p15:clr>
            <a:srgbClr val="FBAE40"/>
          </p15:clr>
        </p15:guide>
        <p15:guide id="4" pos="181">
          <p15:clr>
            <a:srgbClr val="FBAE40"/>
          </p15:clr>
        </p15:guide>
        <p15:guide id="5" orient="horz" pos="2273" userDrawn="1">
          <p15:clr>
            <a:srgbClr val="FBAE40"/>
          </p15:clr>
        </p15:guide>
        <p15:guide id="6" orient="horz" pos="2905" userDrawn="1">
          <p15:clr>
            <a:srgbClr val="FBAE40"/>
          </p15:clr>
        </p15:guide>
        <p15:guide id="7" orient="horz" pos="2972" userDrawn="1">
          <p15:clr>
            <a:srgbClr val="FBAE40"/>
          </p15:clr>
        </p15:guide>
        <p15:guide id="8" orient="horz" pos="324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pic>
        <p:nvPicPr>
          <p:cNvPr id="10" name="SAP Logo" descr="SAP Logo" title="SAP Logo"/>
          <p:cNvPicPr>
            <a:picLocks noChangeAspect="1"/>
          </p:cNvPicPr>
          <p:nvPr userDrawn="1"/>
        </p:nvPicPr>
        <p:blipFill>
          <a:blip r:embed="rId2"/>
          <a:stretch>
            <a:fillRect/>
          </a:stretch>
        </p:blipFill>
        <p:spPr>
          <a:xfrm>
            <a:off x="4623047" y="6217668"/>
            <a:ext cx="1963636" cy="360000"/>
          </a:xfrm>
          <a:prstGeom prst="rect">
            <a:avLst/>
          </a:prstGeom>
        </p:spPr>
      </p:pic>
      <p:grpSp>
        <p:nvGrpSpPr>
          <p:cNvPr id="20" name="Hero Motion Band"/>
          <p:cNvGrpSpPr/>
          <p:nvPr userDrawn="1"/>
        </p:nvGrpSpPr>
        <p:grpSpPr>
          <a:xfrm>
            <a:off x="6876589" y="0"/>
            <a:ext cx="2267411" cy="6858000"/>
            <a:chOff x="9171173" y="0"/>
            <a:chExt cx="3024002" cy="6855990"/>
          </a:xfrm>
        </p:grpSpPr>
        <p:sp>
          <p:nvSpPr>
            <p:cNvPr id="21" name="Rectangle SAP Gold"/>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4" name="Rectangle SAP Gold 30%"/>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5" name="Rectangle SAP Gold 60%"/>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685480" eaLnBrk="1" fontAlgn="base" latinLnBrk="0" hangingPunct="1">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094000"/>
            <a:ext cx="3152820"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dirty="0"/>
              <a:t>INTERNAL</a:t>
            </a:r>
          </a:p>
        </p:txBody>
      </p:sp>
      <p:sp>
        <p:nvSpPr>
          <p:cNvPr id="19" name="Speaker"/>
          <p:cNvSpPr>
            <a:spLocks noGrp="1"/>
          </p:cNvSpPr>
          <p:nvPr userDrawn="1">
            <p:ph type="subTitle" idx="1" hasCustomPrompt="1"/>
          </p:nvPr>
        </p:nvSpPr>
        <p:spPr bwMode="black">
          <a:xfrm>
            <a:off x="288000" y="4269600"/>
            <a:ext cx="6298683" cy="430887"/>
          </a:xfrm>
        </p:spPr>
        <p:txBody>
          <a:bodyPr wrap="square" anchor="t" anchorCtr="0">
            <a:noAutofit/>
          </a:bodyPr>
          <a:lstStyle>
            <a:lvl1pPr marL="0" marR="0" indent="0" algn="l" defTabSz="816201"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408100" indent="0" algn="ctr">
              <a:buNone/>
              <a:defRPr>
                <a:solidFill>
                  <a:schemeClr val="tx1">
                    <a:tint val="75000"/>
                  </a:schemeClr>
                </a:solidFill>
              </a:defRPr>
            </a:lvl2pPr>
            <a:lvl3pPr marL="816201" indent="0" algn="ctr">
              <a:buNone/>
              <a:defRPr>
                <a:solidFill>
                  <a:schemeClr val="tx1">
                    <a:tint val="75000"/>
                  </a:schemeClr>
                </a:solidFill>
              </a:defRPr>
            </a:lvl3pPr>
            <a:lvl4pPr marL="1224301" indent="0" algn="ctr">
              <a:buNone/>
              <a:defRPr>
                <a:solidFill>
                  <a:schemeClr val="tx1">
                    <a:tint val="75000"/>
                  </a:schemeClr>
                </a:solidFill>
              </a:defRPr>
            </a:lvl4pPr>
            <a:lvl5pPr marL="1632402" indent="0" algn="ctr">
              <a:buNone/>
              <a:defRPr>
                <a:solidFill>
                  <a:schemeClr val="tx1">
                    <a:tint val="75000"/>
                  </a:schemeClr>
                </a:solidFill>
              </a:defRPr>
            </a:lvl5pPr>
            <a:lvl6pPr marL="2040503" indent="0" algn="ctr">
              <a:buNone/>
              <a:defRPr>
                <a:solidFill>
                  <a:schemeClr val="tx1">
                    <a:tint val="75000"/>
                  </a:schemeClr>
                </a:solidFill>
              </a:defRPr>
            </a:lvl6pPr>
            <a:lvl7pPr marL="2448603" indent="0" algn="ctr">
              <a:buNone/>
              <a:defRPr>
                <a:solidFill>
                  <a:schemeClr val="tx1">
                    <a:tint val="75000"/>
                  </a:schemeClr>
                </a:solidFill>
              </a:defRPr>
            </a:lvl7pPr>
            <a:lvl8pPr marL="2856704" indent="0" algn="ctr">
              <a:buNone/>
              <a:defRPr>
                <a:solidFill>
                  <a:schemeClr val="tx1">
                    <a:tint val="75000"/>
                  </a:schemeClr>
                </a:solidFill>
              </a:defRPr>
            </a:lvl8pPr>
            <a:lvl9pPr marL="3264804" indent="0" algn="ctr">
              <a:buNone/>
              <a:defRPr>
                <a:solidFill>
                  <a:schemeClr val="tx1">
                    <a:tint val="75000"/>
                  </a:schemeClr>
                </a:solidFill>
              </a:defRPr>
            </a:lvl9pPr>
          </a:lstStyle>
          <a:p>
            <a:r>
              <a:rPr lang="en-US" dirty="0"/>
              <a:t>Speaker’s Name, SAP</a:t>
            </a:r>
          </a:p>
          <a:p>
            <a:pPr marL="0" marR="0" lvl="0" indent="0" algn="l" defTabSz="816201"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2707200"/>
            <a:ext cx="6298683"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183246395"/>
      </p:ext>
    </p:extLst>
  </p:cSld>
  <p:clrMapOvr>
    <a:masterClrMapping/>
  </p:clrMapOvr>
  <p:extLst mod="1">
    <p:ext uri="{DCECCB84-F9BA-43D5-87BE-67443E8EF086}">
      <p15:sldGuideLst xmlns:p15="http://schemas.microsoft.com/office/powerpoint/2012/main">
        <p15:guide id="1" pos="5576">
          <p15:clr>
            <a:srgbClr val="FBAE40"/>
          </p15:clr>
        </p15:guide>
        <p15:guide id="2" orient="horz" pos="4138">
          <p15:clr>
            <a:srgbClr val="FBAE40"/>
          </p15:clr>
        </p15:guide>
        <p15:guide id="3" orient="horz" pos="1705" userDrawn="1">
          <p15:clr>
            <a:srgbClr val="FBAE40"/>
          </p15:clr>
        </p15:guide>
        <p15:guide id="4" pos="181">
          <p15:clr>
            <a:srgbClr val="FBAE40"/>
          </p15:clr>
        </p15:guide>
        <p15:guide id="5" orient="horz" pos="2334" userDrawn="1">
          <p15:clr>
            <a:srgbClr val="FBAE40"/>
          </p15:clr>
        </p15:guide>
        <p15:guide id="6" orient="horz" pos="2689" userDrawn="1">
          <p15:clr>
            <a:srgbClr val="FBAE40"/>
          </p15:clr>
        </p15:guide>
        <p15:guide id="7" orient="horz" pos="2962" userDrawn="1">
          <p15:clr>
            <a:srgbClr val="FBAE40"/>
          </p15:clr>
        </p15:guide>
        <p15:guide id="9" pos="41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pic>
        <p:nvPicPr>
          <p:cNvPr id="7" name="SAP Logo" descr="SAP Logo" title="SAP Logo"/>
          <p:cNvPicPr>
            <a:picLocks noChangeAspect="1"/>
          </p:cNvPicPr>
          <p:nvPr userDrawn="1"/>
        </p:nvPicPr>
        <p:blipFill>
          <a:blip r:embed="rId2"/>
          <a:stretch>
            <a:fillRect/>
          </a:stretch>
        </p:blipFill>
        <p:spPr>
          <a:xfrm>
            <a:off x="6888265" y="6217668"/>
            <a:ext cx="1963636" cy="360000"/>
          </a:xfrm>
          <a:prstGeom prst="rect">
            <a:avLst/>
          </a:prstGeom>
        </p:spPr>
      </p:pic>
      <p:sp>
        <p:nvSpPr>
          <p:cNvPr id="13" name="Classification"/>
          <p:cNvSpPr txBox="1"/>
          <p:nvPr userDrawn="1"/>
        </p:nvSpPr>
        <p:spPr>
          <a:xfrm>
            <a:off x="288000" y="5094000"/>
            <a:ext cx="3152820"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dirty="0"/>
              <a:t>INTERNAL</a:t>
            </a:r>
          </a:p>
        </p:txBody>
      </p:sp>
      <p:sp>
        <p:nvSpPr>
          <p:cNvPr id="19" name="Speaker"/>
          <p:cNvSpPr>
            <a:spLocks noGrp="1"/>
          </p:cNvSpPr>
          <p:nvPr userDrawn="1">
            <p:ph type="subTitle" idx="1" hasCustomPrompt="1"/>
          </p:nvPr>
        </p:nvSpPr>
        <p:spPr bwMode="black">
          <a:xfrm>
            <a:off x="288000" y="4269600"/>
            <a:ext cx="4680000" cy="430887"/>
          </a:xfrm>
        </p:spPr>
        <p:txBody>
          <a:bodyPr wrap="square" anchor="t" anchorCtr="0">
            <a:noAutofit/>
          </a:bodyPr>
          <a:lstStyle>
            <a:lvl1pPr marL="0" marR="0" indent="0" algn="l" defTabSz="816201"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408100" indent="0" algn="ctr">
              <a:buNone/>
              <a:defRPr>
                <a:solidFill>
                  <a:schemeClr val="tx1">
                    <a:tint val="75000"/>
                  </a:schemeClr>
                </a:solidFill>
              </a:defRPr>
            </a:lvl2pPr>
            <a:lvl3pPr marL="816201" indent="0" algn="ctr">
              <a:buNone/>
              <a:defRPr>
                <a:solidFill>
                  <a:schemeClr val="tx1">
                    <a:tint val="75000"/>
                  </a:schemeClr>
                </a:solidFill>
              </a:defRPr>
            </a:lvl3pPr>
            <a:lvl4pPr marL="1224301" indent="0" algn="ctr">
              <a:buNone/>
              <a:defRPr>
                <a:solidFill>
                  <a:schemeClr val="tx1">
                    <a:tint val="75000"/>
                  </a:schemeClr>
                </a:solidFill>
              </a:defRPr>
            </a:lvl4pPr>
            <a:lvl5pPr marL="1632402" indent="0" algn="ctr">
              <a:buNone/>
              <a:defRPr>
                <a:solidFill>
                  <a:schemeClr val="tx1">
                    <a:tint val="75000"/>
                  </a:schemeClr>
                </a:solidFill>
              </a:defRPr>
            </a:lvl5pPr>
            <a:lvl6pPr marL="2040503" indent="0" algn="ctr">
              <a:buNone/>
              <a:defRPr>
                <a:solidFill>
                  <a:schemeClr val="tx1">
                    <a:tint val="75000"/>
                  </a:schemeClr>
                </a:solidFill>
              </a:defRPr>
            </a:lvl6pPr>
            <a:lvl7pPr marL="2448603" indent="0" algn="ctr">
              <a:buNone/>
              <a:defRPr>
                <a:solidFill>
                  <a:schemeClr val="tx1">
                    <a:tint val="75000"/>
                  </a:schemeClr>
                </a:solidFill>
              </a:defRPr>
            </a:lvl7pPr>
            <a:lvl8pPr marL="2856704" indent="0" algn="ctr">
              <a:buNone/>
              <a:defRPr>
                <a:solidFill>
                  <a:schemeClr val="tx1">
                    <a:tint val="75000"/>
                  </a:schemeClr>
                </a:solidFill>
              </a:defRPr>
            </a:lvl8pPr>
            <a:lvl9pPr marL="3264804" indent="0" algn="ctr">
              <a:buNone/>
              <a:defRPr>
                <a:solidFill>
                  <a:schemeClr val="tx1">
                    <a:tint val="75000"/>
                  </a:schemeClr>
                </a:solidFill>
              </a:defRPr>
            </a:lvl9pPr>
          </a:lstStyle>
          <a:p>
            <a:r>
              <a:rPr lang="en-US" dirty="0"/>
              <a:t>Speaker’s Name, SAP</a:t>
            </a:r>
          </a:p>
          <a:p>
            <a:pPr marL="0" marR="0" lvl="0" indent="0" algn="l" defTabSz="816201" rtl="0" eaLnBrk="1" fontAlgn="auto" latinLnBrk="0" hangingPunct="1">
              <a:lnSpc>
                <a:spcPct val="100000"/>
              </a:lnSpc>
              <a:spcBef>
                <a:spcPts val="0"/>
              </a:spcBef>
              <a:spcAft>
                <a:spcPts val="0"/>
              </a:spcAft>
              <a:buClr>
                <a:schemeClr val="accent1"/>
              </a:buClr>
              <a:buSzPct val="80000"/>
              <a:buFontTx/>
              <a:buNone/>
              <a:tabLst/>
              <a:defRPr/>
            </a:pPr>
            <a:r>
              <a:rPr lang="en-US" dirty="0"/>
              <a:t>Month 00, 2018</a:t>
            </a:r>
          </a:p>
        </p:txBody>
      </p:sp>
      <p:sp>
        <p:nvSpPr>
          <p:cNvPr id="3" name="Title"/>
          <p:cNvSpPr>
            <a:spLocks noGrp="1"/>
          </p:cNvSpPr>
          <p:nvPr>
            <p:ph type="title" hasCustomPrompt="1"/>
          </p:nvPr>
        </p:nvSpPr>
        <p:spPr>
          <a:xfrm>
            <a:off x="288000" y="2707200"/>
            <a:ext cx="4680000" cy="997196"/>
          </a:xfrm>
        </p:spPr>
        <p:txBody>
          <a:bodyPr vert="horz" wrap="square" lIns="0" tIns="0" rIns="0" bIns="0" rtlCol="0">
            <a:noAutofit/>
          </a:bodyPr>
          <a:lstStyle>
            <a:lvl1pPr>
              <a:lnSpc>
                <a:spcPct val="90000"/>
              </a:lnSpc>
              <a:defRPr lang="de-DE" sz="3600" dirty="0">
                <a:latin typeface="+mn-lt"/>
                <a:ea typeface="+mn-ea"/>
                <a:cs typeface="+mn-cs"/>
              </a:defRPr>
            </a:lvl1pPr>
          </a:lstStyle>
          <a:p>
            <a:pPr lvl="0"/>
            <a:r>
              <a:rPr lang="en-US" dirty="0"/>
              <a:t>Presentation Title </a:t>
            </a:r>
            <a:br>
              <a:rPr lang="en-US" dirty="0"/>
            </a:br>
            <a:r>
              <a:rPr lang="en-US" dirty="0"/>
              <a:t>Goes Here and Here.</a:t>
            </a:r>
          </a:p>
        </p:txBody>
      </p:sp>
      <p:sp>
        <p:nvSpPr>
          <p:cNvPr id="17" name="Pictogram Placeholder"/>
          <p:cNvSpPr>
            <a:spLocks noGrp="1"/>
          </p:cNvSpPr>
          <p:nvPr>
            <p:ph type="pic" sz="quarter" idx="16" hasCustomPrompt="1"/>
          </p:nvPr>
        </p:nvSpPr>
        <p:spPr>
          <a:xfrm>
            <a:off x="5252883" y="1629000"/>
            <a:ext cx="3600000" cy="3600000"/>
          </a:xfrm>
        </p:spPr>
        <p:txBody>
          <a:bodyPr/>
          <a:lstStyle>
            <a:lvl1pPr algn="ctr">
              <a:defRPr/>
            </a:lvl1pPr>
          </a:lstStyle>
          <a:p>
            <a:r>
              <a:rPr lang="en-US" dirty="0"/>
              <a:t>Click icon to add pictogram</a:t>
            </a:r>
            <a:endParaRPr lang="de-DE" dirty="0"/>
          </a:p>
        </p:txBody>
      </p:sp>
    </p:spTree>
    <p:extLst>
      <p:ext uri="{BB962C8B-B14F-4D97-AF65-F5344CB8AC3E}">
        <p14:creationId xmlns:p14="http://schemas.microsoft.com/office/powerpoint/2010/main" val="3617652191"/>
      </p:ext>
    </p:extLst>
  </p:cSld>
  <p:clrMapOvr>
    <a:masterClrMapping/>
  </p:clrMapOvr>
  <p:extLst mod="1">
    <p:ext uri="{DCECCB84-F9BA-43D5-87BE-67443E8EF086}">
      <p15:sldGuideLst xmlns:p15="http://schemas.microsoft.com/office/powerpoint/2012/main">
        <p15:guide id="1" pos="5576">
          <p15:clr>
            <a:srgbClr val="FBAE40"/>
          </p15:clr>
        </p15:guide>
        <p15:guide id="2" orient="horz" pos="4138">
          <p15:clr>
            <a:srgbClr val="FBAE40"/>
          </p15:clr>
        </p15:guide>
        <p15:guide id="3" orient="horz" pos="1705">
          <p15:clr>
            <a:srgbClr val="FBAE40"/>
          </p15:clr>
        </p15:guide>
        <p15:guide id="4" pos="181">
          <p15:clr>
            <a:srgbClr val="FBAE40"/>
          </p15:clr>
        </p15:guide>
        <p15:guide id="5" orient="horz" pos="2334">
          <p15:clr>
            <a:srgbClr val="FBAE40"/>
          </p15:clr>
        </p15:guide>
        <p15:guide id="6" orient="horz" pos="2689">
          <p15:clr>
            <a:srgbClr val="FBAE40"/>
          </p15:clr>
        </p15:guide>
        <p15:guide id="7" orient="horz" pos="2962">
          <p15:clr>
            <a:srgbClr val="FBAE40"/>
          </p15:clr>
        </p15:guide>
        <p15:guide id="9" pos="313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377902" y="1620000"/>
            <a:ext cx="8386716" cy="4716000"/>
          </a:xfrm>
        </p:spPr>
        <p:txBody>
          <a:bodyPr>
            <a:normAutofit/>
          </a:bodyPr>
          <a:lstStyle>
            <a:lvl1pPr marL="0" marR="0" indent="0" algn="l" defTabSz="816201" rtl="0" eaLnBrk="1" fontAlgn="auto" latinLnBrk="0" hangingPunct="1">
              <a:lnSpc>
                <a:spcPct val="100000"/>
              </a:lnSpc>
              <a:spcBef>
                <a:spcPts val="2249"/>
              </a:spcBef>
              <a:spcAft>
                <a:spcPts val="0"/>
              </a:spcAft>
              <a:buClr>
                <a:schemeClr val="accent1"/>
              </a:buClr>
              <a:buSzPct val="80000"/>
              <a:buFontTx/>
              <a:buNone/>
              <a:tabLst/>
              <a:defRPr sz="2000" b="0"/>
            </a:lvl1pPr>
            <a:lvl2pPr marL="134937" marR="0" indent="-134937" algn="l" defTabSz="816201" rtl="0" eaLnBrk="1" fontAlgn="auto" latinLnBrk="0" hangingPunct="1">
              <a:lnSpc>
                <a:spcPct val="100000"/>
              </a:lnSpc>
              <a:spcBef>
                <a:spcPts val="450"/>
              </a:spcBef>
              <a:spcAft>
                <a:spcPts val="0"/>
              </a:spcAft>
              <a:buClr>
                <a:schemeClr val="accent1"/>
              </a:buClr>
              <a:buSzPct val="100000"/>
              <a:buFont typeface="Wingdings" panose="05000000000000000000" pitchFamily="2" charset="2"/>
              <a:buChar char="§"/>
              <a:tabLst/>
              <a:defRPr sz="1800"/>
            </a:lvl2pPr>
            <a:lvl3pPr marL="269874" marR="0" indent="-134478" algn="l" defTabSz="816201" rtl="0" eaLnBrk="1" fontAlgn="auto" latinLnBrk="0" hangingPunct="1">
              <a:lnSpc>
                <a:spcPct val="100000"/>
              </a:lnSpc>
              <a:spcBef>
                <a:spcPts val="300"/>
              </a:spcBef>
              <a:spcAft>
                <a:spcPts val="0"/>
              </a:spcAft>
              <a:buClr>
                <a:schemeClr val="tx1"/>
              </a:buClr>
              <a:buSzPct val="100000"/>
              <a:buFont typeface="Arial" pitchFamily="34" charset="0"/>
              <a:buChar char="–"/>
              <a:tabLst/>
              <a:defRPr sz="1350" baseline="0"/>
            </a:lvl3pPr>
            <a:lvl4pPr marL="404811" marR="0" indent="-134937" algn="l" defTabSz="816201" rtl="0" eaLnBrk="1" fontAlgn="auto" latinLnBrk="0" hangingPunct="1">
              <a:lnSpc>
                <a:spcPct val="100000"/>
              </a:lnSpc>
              <a:spcBef>
                <a:spcPts val="187"/>
              </a:spcBef>
              <a:spcAft>
                <a:spcPts val="0"/>
              </a:spcAft>
              <a:buClr>
                <a:schemeClr val="tx1"/>
              </a:buClr>
              <a:buSzPct val="100000"/>
              <a:buFont typeface="Courier New" pitchFamily="49" charset="0"/>
              <a:buChar char="o"/>
              <a:tabLst/>
              <a:defRPr sz="12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1020" userDrawn="1">
          <p15:clr>
            <a:srgbClr val="FBAE40"/>
          </p15:clr>
        </p15:guide>
        <p15:guide id="3" pos="5522" userDrawn="1">
          <p15:clr>
            <a:srgbClr val="FBAE40"/>
          </p15:clr>
        </p15:guide>
        <p15:guide id="4" orient="horz" pos="316" userDrawn="1">
          <p15:clr>
            <a:srgbClr val="FBAE40"/>
          </p15:clr>
        </p15:guide>
        <p15:guide id="5" orient="horz" pos="551" userDrawn="1">
          <p15:clr>
            <a:srgbClr val="FBAE40"/>
          </p15:clr>
        </p15:guide>
        <p15:guide id="6" orient="horz" pos="399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black">
          <a:xfrm>
            <a:off x="377902" y="3090446"/>
            <a:ext cx="8386716" cy="677108"/>
          </a:xfrm>
        </p:spPr>
        <p:txBody>
          <a:bodyPr anchor="ctr"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4109527874"/>
      </p:ext>
    </p:extLst>
  </p:cSld>
  <p:clrMapOvr>
    <a:masterClrMapping/>
  </p:clrMapOvr>
  <p:hf sldNum="0" hdr="0" ftr="0" dt="0"/>
  <p:extLst mod="1">
    <p:ext uri="{DCECCB84-F9BA-43D5-87BE-67443E8EF086}">
      <p15:sldGuideLst xmlns:p15="http://schemas.microsoft.com/office/powerpoint/2012/main">
        <p15:guide id="1" pos="238" userDrawn="1">
          <p15:clr>
            <a:srgbClr val="FBAE40"/>
          </p15:clr>
        </p15:guide>
        <p15:guide id="2" orient="horz" pos="2160" userDrawn="1">
          <p15:clr>
            <a:srgbClr val="FBAE40"/>
          </p15:clr>
        </p15:guide>
        <p15:guide id="3" pos="5522"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bwMode="gray">
          <a:xfrm>
            <a:off x="1" y="3427200"/>
            <a:ext cx="9144000" cy="3430800"/>
          </a:xfrm>
          <a:noFill/>
        </p:spPr>
        <p:txBody>
          <a:bodyPr tIns="324000"/>
          <a:lstStyle>
            <a:lvl1pPr marL="0" marR="0" indent="0" algn="ctr" defTabSz="816201" rtl="0" eaLnBrk="1" fontAlgn="auto" latinLnBrk="0" hangingPunct="1">
              <a:lnSpc>
                <a:spcPct val="100000"/>
              </a:lnSpc>
              <a:spcBef>
                <a:spcPts val="900"/>
              </a:spcBef>
              <a:spcAft>
                <a:spcPts val="0"/>
              </a:spcAft>
              <a:buClr>
                <a:schemeClr val="accent1"/>
              </a:buClr>
              <a:buSzPct val="80000"/>
              <a:buFontTx/>
              <a:buNone/>
              <a:tabLst/>
              <a:defRPr sz="1200">
                <a:solidFill>
                  <a:schemeClr val="tx1"/>
                </a:solidFill>
              </a:defRPr>
            </a:lvl1pPr>
          </a:lstStyle>
          <a:p>
            <a:pPr marL="0" marR="0" lvl="0" indent="0" algn="ctr" defTabSz="816201" rtl="0" eaLnBrk="1" fontAlgn="auto" latinLnBrk="0" hangingPunct="1">
              <a:lnSpc>
                <a:spcPct val="100000"/>
              </a:lnSpc>
              <a:spcBef>
                <a:spcPts val="900"/>
              </a:spcBef>
              <a:spcAft>
                <a:spcPts val="0"/>
              </a:spcAft>
              <a:buClr>
                <a:schemeClr val="accent1"/>
              </a:buClr>
              <a:buSzPct val="80000"/>
              <a:buFontTx/>
              <a:buNone/>
              <a:tabLst/>
              <a:defRPr/>
            </a:pPr>
            <a:r>
              <a:rPr lang="en-US" dirty="0"/>
              <a:t>Placeholder for image</a:t>
            </a:r>
          </a:p>
        </p:txBody>
      </p:sp>
      <p:sp>
        <p:nvSpPr>
          <p:cNvPr id="2" name="Divider text"/>
          <p:cNvSpPr>
            <a:spLocks noGrp="1"/>
          </p:cNvSpPr>
          <p:nvPr>
            <p:ph type="ctrTitle" hasCustomPrompt="1"/>
          </p:nvPr>
        </p:nvSpPr>
        <p:spPr bwMode="black">
          <a:xfrm>
            <a:off x="377902" y="1375046"/>
            <a:ext cx="8386716"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1008985274"/>
      </p:ext>
    </p:extLst>
  </p:cSld>
  <p:clrMapOvr>
    <a:masterClrMapping/>
  </p:clrMapOvr>
  <p:hf sldNum="0" hdr="0" ftr="0" dt="0"/>
  <p:extLst mod="1">
    <p:ext uri="{DCECCB84-F9BA-43D5-87BE-67443E8EF086}">
      <p15:sldGuideLst xmlns:p15="http://schemas.microsoft.com/office/powerpoint/2012/main">
        <p15:guide id="1" orient="horz" pos="2160" userDrawn="1">
          <p15:clr>
            <a:srgbClr val="FBAE40"/>
          </p15:clr>
        </p15:guide>
        <p15:guide id="2" pos="5522" userDrawn="1">
          <p15:clr>
            <a:srgbClr val="FBAE40"/>
          </p15:clr>
        </p15:guide>
        <p15:guide id="3" pos="238" userDrawn="1">
          <p15:clr>
            <a:srgbClr val="FBAE40"/>
          </p15:clr>
        </p15:guide>
        <p15:guide id="4" orient="horz" pos="865" userDrawn="1">
          <p15:clr>
            <a:srgbClr val="FBAE40"/>
          </p15:clr>
        </p15:guide>
        <p15:guide id="5" orient="horz" pos="129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llustration">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bwMode="gray">
          <a:xfrm>
            <a:off x="1" y="4338000"/>
            <a:ext cx="9144000" cy="2520000"/>
          </a:xfrm>
          <a:noFill/>
        </p:spPr>
        <p:txBody>
          <a:bodyPr tIns="324000"/>
          <a:lstStyle>
            <a:lvl1pPr marL="0" marR="0" indent="0" algn="ctr" defTabSz="816201" rtl="0" eaLnBrk="1" fontAlgn="auto" latinLnBrk="0" hangingPunct="1">
              <a:lnSpc>
                <a:spcPct val="100000"/>
              </a:lnSpc>
              <a:spcBef>
                <a:spcPts val="900"/>
              </a:spcBef>
              <a:spcAft>
                <a:spcPts val="0"/>
              </a:spcAft>
              <a:buClr>
                <a:schemeClr val="accent1"/>
              </a:buClr>
              <a:buSzPct val="80000"/>
              <a:buFontTx/>
              <a:buNone/>
              <a:tabLst/>
              <a:defRPr sz="1200">
                <a:solidFill>
                  <a:schemeClr val="tx1"/>
                </a:solidFill>
              </a:defRPr>
            </a:lvl1pPr>
          </a:lstStyle>
          <a:p>
            <a:pPr marL="0" marR="0" lvl="0" indent="0" algn="ctr" defTabSz="816201" rtl="0" eaLnBrk="1" fontAlgn="auto" latinLnBrk="0" hangingPunct="1">
              <a:lnSpc>
                <a:spcPct val="100000"/>
              </a:lnSpc>
              <a:spcBef>
                <a:spcPts val="900"/>
              </a:spcBef>
              <a:spcAft>
                <a:spcPts val="0"/>
              </a:spcAft>
              <a:buClr>
                <a:schemeClr val="accent1"/>
              </a:buClr>
              <a:buSzPct val="80000"/>
              <a:buFontTx/>
              <a:buNone/>
              <a:tabLst/>
              <a:defRPr/>
            </a:pPr>
            <a:r>
              <a:rPr lang="en-US" dirty="0"/>
              <a:t>Placeholder for illustration</a:t>
            </a:r>
          </a:p>
        </p:txBody>
      </p:sp>
      <p:sp>
        <p:nvSpPr>
          <p:cNvPr id="2" name="Divider text"/>
          <p:cNvSpPr>
            <a:spLocks noGrp="1"/>
          </p:cNvSpPr>
          <p:nvPr>
            <p:ph type="ctrTitle" hasCustomPrompt="1"/>
          </p:nvPr>
        </p:nvSpPr>
        <p:spPr bwMode="black">
          <a:xfrm>
            <a:off x="377902" y="3092400"/>
            <a:ext cx="8386716" cy="677108"/>
          </a:xfrm>
        </p:spPr>
        <p:txBody>
          <a:bodyPr anchor="t" anchorCtr="0">
            <a:noAutofit/>
          </a:bodyPr>
          <a:lstStyle>
            <a:lvl1pPr>
              <a:defRPr sz="4400">
                <a:solidFill>
                  <a:schemeClr val="tx1"/>
                </a:solidFill>
                <a:latin typeface="+mj-lt"/>
              </a:defRPr>
            </a:lvl1pPr>
          </a:lstStyle>
          <a:p>
            <a:r>
              <a:rPr lang="en-US" dirty="0"/>
              <a:t>Divider page</a:t>
            </a:r>
            <a:endParaRPr lang="de-DE" dirty="0"/>
          </a:p>
        </p:txBody>
      </p:sp>
    </p:spTree>
    <p:extLst>
      <p:ext uri="{BB962C8B-B14F-4D97-AF65-F5344CB8AC3E}">
        <p14:creationId xmlns:p14="http://schemas.microsoft.com/office/powerpoint/2010/main" val="3238133862"/>
      </p:ext>
    </p:extLst>
  </p:cSld>
  <p:clrMapOvr>
    <a:masterClrMapping/>
  </p:clrMapOvr>
  <p:hf sldNum="0" hdr="0" ftr="0" dt="0"/>
  <p:extLst mod="1">
    <p:ext uri="{DCECCB84-F9BA-43D5-87BE-67443E8EF086}">
      <p15:sldGuideLst xmlns:p15="http://schemas.microsoft.com/office/powerpoint/2012/main">
        <p15:guide id="1" orient="horz" pos="2375" userDrawn="1">
          <p15:clr>
            <a:srgbClr val="FBAE40"/>
          </p15:clr>
        </p15:guide>
        <p15:guide id="2" pos="5522">
          <p15:clr>
            <a:srgbClr val="FBAE40"/>
          </p15:clr>
        </p15:guide>
        <p15:guide id="3" pos="238">
          <p15:clr>
            <a:srgbClr val="FBAE40"/>
          </p15:clr>
        </p15:guide>
        <p15:guide id="5" orient="horz" pos="2732" userDrawn="1">
          <p15:clr>
            <a:srgbClr val="FBAE40"/>
          </p15:clr>
        </p15:guide>
        <p15:guide id="6" orient="horz" pos="194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pos="5522" userDrawn="1">
          <p15:clr>
            <a:srgbClr val="FBAE40"/>
          </p15:clr>
        </p15:guide>
        <p15:guide id="4" orient="horz" pos="551" userDrawn="1">
          <p15:clr>
            <a:srgbClr val="FBAE40"/>
          </p15:clr>
        </p15:guide>
        <p15:guide id="5" orient="horz" pos="3992"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p:cNvSpPr>
            <a:spLocks noGrp="1"/>
          </p:cNvSpPr>
          <p:nvPr>
            <p:ph type="body" sz="quarter" idx="10" hasCustomPrompt="1"/>
          </p:nvPr>
        </p:nvSpPr>
        <p:spPr>
          <a:xfrm>
            <a:off x="377901" y="1620000"/>
            <a:ext cx="8387673"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extLst mod="1">
    <p:ext uri="{DCECCB84-F9BA-43D5-87BE-67443E8EF086}">
      <p15:sldGuideLst xmlns:p15="http://schemas.microsoft.com/office/powerpoint/2012/main">
        <p15:guide id="1" pos="237" userDrawn="1">
          <p15:clr>
            <a:srgbClr val="FBAE40"/>
          </p15:clr>
        </p15:guide>
        <p15:guide id="2" orient="horz" pos="3991" userDrawn="1">
          <p15:clr>
            <a:srgbClr val="FBAE40"/>
          </p15:clr>
        </p15:guide>
        <p15:guide id="3" pos="5522" userDrawn="1">
          <p15:clr>
            <a:srgbClr val="FBAE40"/>
          </p15:clr>
        </p15:guide>
        <p15:guide id="4" orient="horz" pos="318" userDrawn="1">
          <p15:clr>
            <a:srgbClr val="FBAE40"/>
          </p15:clr>
        </p15:guide>
        <p15:guide id="5" orient="horz" pos="552" userDrawn="1">
          <p15:clr>
            <a:srgbClr val="FBAE40"/>
          </p15:clr>
        </p15:guide>
        <p15:guide id="6" orient="horz" pos="1019"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5" name="Text placeholder - column 2"/>
          <p:cNvSpPr>
            <a:spLocks noGrp="1"/>
          </p:cNvSpPr>
          <p:nvPr>
            <p:ph type="body" sz="quarter" idx="11" hasCustomPrompt="1"/>
          </p:nvPr>
        </p:nvSpPr>
        <p:spPr>
          <a:xfrm>
            <a:off x="4770615" y="1620000"/>
            <a:ext cx="399496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377901" y="1620000"/>
            <a:ext cx="3994960"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991" userDrawn="1">
          <p15:clr>
            <a:srgbClr val="FBAE40"/>
          </p15:clr>
        </p15:guide>
        <p15:guide id="3" pos="5522" userDrawn="1">
          <p15:clr>
            <a:srgbClr val="FBAE40"/>
          </p15:clr>
        </p15:guide>
        <p15:guide id="4" pos="2755" userDrawn="1">
          <p15:clr>
            <a:srgbClr val="FBAE40"/>
          </p15:clr>
        </p15:guide>
        <p15:guide id="5" pos="3004" userDrawn="1">
          <p15:clr>
            <a:srgbClr val="FBAE40"/>
          </p15:clr>
        </p15:guide>
        <p15:guide id="6" orient="horz" pos="317" userDrawn="1">
          <p15:clr>
            <a:srgbClr val="FBAE40"/>
          </p15:clr>
        </p15:guide>
        <p15:guide id="7" orient="horz" pos="551" userDrawn="1">
          <p15:clr>
            <a:srgbClr val="FBAE40"/>
          </p15:clr>
        </p15:guide>
        <p15:guide id="8" orient="horz" pos="102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6093271" y="1620000"/>
            <a:ext cx="2672304"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3235586" y="1620000"/>
            <a:ext cx="2672304"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377902" y="1620000"/>
            <a:ext cx="2672304"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pos="1922" userDrawn="1">
          <p15:clr>
            <a:srgbClr val="FBAE40"/>
          </p15:clr>
        </p15:guide>
        <p15:guide id="4" pos="2037" userDrawn="1">
          <p15:clr>
            <a:srgbClr val="FBAE40"/>
          </p15:clr>
        </p15:guide>
        <p15:guide id="5" pos="3722" userDrawn="1">
          <p15:clr>
            <a:srgbClr val="FBAE40"/>
          </p15:clr>
        </p15:guide>
        <p15:guide id="6" pos="3838" userDrawn="1">
          <p15:clr>
            <a:srgbClr val="FBAE40"/>
          </p15:clr>
        </p15:guide>
        <p15:guide id="7" pos="5522" userDrawn="1">
          <p15:clr>
            <a:srgbClr val="FBAE40"/>
          </p15:clr>
        </p15:guide>
        <p15:guide id="8" orient="horz" pos="551" userDrawn="1">
          <p15:clr>
            <a:srgbClr val="FBAE40"/>
          </p15:clr>
        </p15:guide>
        <p15:guide id="9" orient="horz" pos="1020" userDrawn="1">
          <p15:clr>
            <a:srgbClr val="FBAE40"/>
          </p15:clr>
        </p15:guide>
        <p15:guide id="10" orient="horz" pos="399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17" name="Text placeholder 2"/>
          <p:cNvSpPr>
            <a:spLocks noGrp="1"/>
          </p:cNvSpPr>
          <p:nvPr>
            <p:ph type="body" sz="quarter" idx="13" hasCustomPrompt="1"/>
          </p:nvPr>
        </p:nvSpPr>
        <p:spPr>
          <a:xfrm>
            <a:off x="4755375" y="4770000"/>
            <a:ext cx="4014000" cy="156600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8" name="Picture Placeholder 2"/>
          <p:cNvSpPr>
            <a:spLocks noGrp="1"/>
          </p:cNvSpPr>
          <p:nvPr>
            <p:ph type="pic" sz="quarter" idx="14" hasCustomPrompt="1"/>
          </p:nvPr>
        </p:nvSpPr>
        <p:spPr bwMode="gray">
          <a:xfrm>
            <a:off x="4755375" y="1620000"/>
            <a:ext cx="4014000" cy="2631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377901" y="4770000"/>
            <a:ext cx="4014000" cy="156600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377901" y="1620000"/>
            <a:ext cx="4014000" cy="2631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2504941297"/>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orient="horz" pos="551" userDrawn="1">
          <p15:clr>
            <a:srgbClr val="FBAE40"/>
          </p15:clr>
        </p15:guide>
        <p15:guide id="4" orient="horz" pos="1020" userDrawn="1">
          <p15:clr>
            <a:srgbClr val="FBAE40"/>
          </p15:clr>
        </p15:guide>
        <p15:guide id="5" orient="horz" pos="2678" userDrawn="1">
          <p15:clr>
            <a:srgbClr val="FBAE40"/>
          </p15:clr>
        </p15:guide>
        <p15:guide id="6" orient="horz" pos="3004" userDrawn="1">
          <p15:clr>
            <a:srgbClr val="FBAE40"/>
          </p15:clr>
        </p15:guide>
        <p15:guide id="7" orient="horz" pos="3991" userDrawn="1">
          <p15:clr>
            <a:srgbClr val="FBAE40"/>
          </p15:clr>
        </p15:guide>
        <p15:guide id="8" pos="2767" userDrawn="1">
          <p15:clr>
            <a:srgbClr val="FBAE40"/>
          </p15:clr>
        </p15:guide>
        <p15:guide id="9" pos="2995" userDrawn="1">
          <p15:clr>
            <a:srgbClr val="FBAE40"/>
          </p15:clr>
        </p15:guide>
        <p15:guide id="10" pos="5522"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17" name="Text placeholder 3"/>
          <p:cNvSpPr>
            <a:spLocks noGrp="1"/>
          </p:cNvSpPr>
          <p:nvPr>
            <p:ph type="body" sz="quarter" idx="13" hasCustomPrompt="1"/>
          </p:nvPr>
        </p:nvSpPr>
        <p:spPr>
          <a:xfrm>
            <a:off x="6222837" y="4354922"/>
            <a:ext cx="2542738" cy="1981079"/>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8" name="Picture placeholder 3"/>
          <p:cNvSpPr>
            <a:spLocks noGrp="1"/>
          </p:cNvSpPr>
          <p:nvPr>
            <p:ph type="pic" sz="quarter" idx="14" hasCustomPrompt="1"/>
          </p:nvPr>
        </p:nvSpPr>
        <p:spPr bwMode="gray">
          <a:xfrm>
            <a:off x="6222837" y="1620000"/>
            <a:ext cx="2542738" cy="2232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2"/>
          <p:cNvSpPr>
            <a:spLocks noGrp="1"/>
          </p:cNvSpPr>
          <p:nvPr>
            <p:ph type="body" sz="quarter" idx="15" hasCustomPrompt="1"/>
          </p:nvPr>
        </p:nvSpPr>
        <p:spPr>
          <a:xfrm>
            <a:off x="3300370" y="4354922"/>
            <a:ext cx="2542738" cy="1981079"/>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0" name="Picture placeholder 2"/>
          <p:cNvSpPr>
            <a:spLocks noGrp="1"/>
          </p:cNvSpPr>
          <p:nvPr>
            <p:ph type="pic" sz="quarter" idx="16" hasCustomPrompt="1"/>
          </p:nvPr>
        </p:nvSpPr>
        <p:spPr bwMode="gray">
          <a:xfrm>
            <a:off x="3300370" y="1620000"/>
            <a:ext cx="2542738" cy="2232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3" name="Text placeholder 1"/>
          <p:cNvSpPr>
            <a:spLocks noGrp="1"/>
          </p:cNvSpPr>
          <p:nvPr>
            <p:ph type="body" sz="quarter" idx="10" hasCustomPrompt="1"/>
          </p:nvPr>
        </p:nvSpPr>
        <p:spPr>
          <a:xfrm>
            <a:off x="377902" y="4354922"/>
            <a:ext cx="2542738" cy="1981079"/>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5" name="Picture placeholder 1"/>
          <p:cNvSpPr>
            <a:spLocks noGrp="1"/>
          </p:cNvSpPr>
          <p:nvPr>
            <p:ph type="pic" sz="quarter" idx="12" hasCustomPrompt="1"/>
          </p:nvPr>
        </p:nvSpPr>
        <p:spPr bwMode="gray">
          <a:xfrm>
            <a:off x="377902" y="1620000"/>
            <a:ext cx="2542738" cy="2232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727667599"/>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pos="1841" userDrawn="1">
          <p15:clr>
            <a:srgbClr val="FBAE40"/>
          </p15:clr>
        </p15:guide>
        <p15:guide id="4" pos="2079" userDrawn="1">
          <p15:clr>
            <a:srgbClr val="FBAE40"/>
          </p15:clr>
        </p15:guide>
        <p15:guide id="5" pos="3682" userDrawn="1">
          <p15:clr>
            <a:srgbClr val="FBAE40"/>
          </p15:clr>
        </p15:guide>
        <p15:guide id="6" pos="3919" userDrawn="1">
          <p15:clr>
            <a:srgbClr val="FBAE40"/>
          </p15:clr>
        </p15:guide>
        <p15:guide id="7" pos="5522" userDrawn="1">
          <p15:clr>
            <a:srgbClr val="FBAE40"/>
          </p15:clr>
        </p15:guide>
        <p15:guide id="8" orient="horz" pos="551" userDrawn="1">
          <p15:clr>
            <a:srgbClr val="FBAE40"/>
          </p15:clr>
        </p15:guide>
        <p15:guide id="9" orient="horz" pos="1019" userDrawn="1">
          <p15:clr>
            <a:srgbClr val="FBAE40"/>
          </p15:clr>
        </p15:guide>
        <p15:guide id="10" orient="horz" pos="2428" userDrawn="1">
          <p15:clr>
            <a:srgbClr val="FBAE40"/>
          </p15:clr>
        </p15:guide>
        <p15:guide id="11" orient="horz" pos="2743" userDrawn="1">
          <p15:clr>
            <a:srgbClr val="FBAE40"/>
          </p15:clr>
        </p15:guide>
        <p15:guide id="12" orient="horz" pos="399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3" name="Text placeholder - column 2"/>
          <p:cNvSpPr>
            <a:spLocks noGrp="1"/>
          </p:cNvSpPr>
          <p:nvPr>
            <p:ph type="body" sz="quarter" idx="10" hasCustomPrompt="1"/>
          </p:nvPr>
        </p:nvSpPr>
        <p:spPr>
          <a:xfrm>
            <a:off x="377902" y="3878220"/>
            <a:ext cx="1811228" cy="245778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377902" y="1620000"/>
            <a:ext cx="1811228" cy="1728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17" name="Text placeholder - column 2"/>
          <p:cNvSpPr>
            <a:spLocks noGrp="1"/>
          </p:cNvSpPr>
          <p:nvPr>
            <p:ph type="body" sz="quarter" idx="13" hasCustomPrompt="1"/>
          </p:nvPr>
        </p:nvSpPr>
        <p:spPr>
          <a:xfrm>
            <a:off x="6954347" y="3878221"/>
            <a:ext cx="1811228" cy="245778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954347" y="1620000"/>
            <a:ext cx="1811228" cy="1728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9" name="Text placeholder - column 2"/>
          <p:cNvSpPr>
            <a:spLocks noGrp="1"/>
          </p:cNvSpPr>
          <p:nvPr>
            <p:ph type="body" sz="quarter" idx="15" hasCustomPrompt="1"/>
          </p:nvPr>
        </p:nvSpPr>
        <p:spPr>
          <a:xfrm>
            <a:off x="2570050" y="3878221"/>
            <a:ext cx="1811228" cy="245778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2570050" y="1620000"/>
            <a:ext cx="1811228" cy="1728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13" name="Text placeholder - column 2"/>
          <p:cNvSpPr>
            <a:spLocks noGrp="1"/>
          </p:cNvSpPr>
          <p:nvPr>
            <p:ph type="body" sz="quarter" idx="17" hasCustomPrompt="1"/>
          </p:nvPr>
        </p:nvSpPr>
        <p:spPr>
          <a:xfrm>
            <a:off x="4762199" y="3878221"/>
            <a:ext cx="1811228" cy="2457780"/>
          </a:xfrm>
        </p:spPr>
        <p:txBody>
          <a:bodyPr/>
          <a:lstStyle>
            <a:lvl1pPr>
              <a:spcBef>
                <a:spcPts val="450"/>
              </a:spcBef>
              <a:defRPr sz="1350"/>
            </a:lvl1pPr>
            <a:lvl2pPr>
              <a:defRPr sz="1200"/>
            </a:lvl2pPr>
            <a:lvl3pPr>
              <a:defRPr sz="105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4762199" y="1620000"/>
            <a:ext cx="1811228" cy="1728000"/>
          </a:xfrm>
          <a:noFill/>
        </p:spPr>
        <p:txBody>
          <a:bodyPr vert="horz" lIns="0" tIns="180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 or pictogram</a:t>
            </a:r>
            <a:endParaRPr lang="de-DE" dirty="0"/>
          </a:p>
        </p:txBody>
      </p:sp>
      <p:sp>
        <p:nvSpPr>
          <p:cNvPr id="2"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2680594478"/>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orient="horz" pos="551" userDrawn="1">
          <p15:clr>
            <a:srgbClr val="FBAE40"/>
          </p15:clr>
        </p15:guide>
        <p15:guide id="4" orient="horz" pos="1021" userDrawn="1">
          <p15:clr>
            <a:srgbClr val="FBAE40"/>
          </p15:clr>
        </p15:guide>
        <p15:guide id="5" orient="horz" pos="2110" userDrawn="1">
          <p15:clr>
            <a:srgbClr val="FBAE40"/>
          </p15:clr>
        </p15:guide>
        <p15:guide id="6" orient="horz" pos="2442" userDrawn="1">
          <p15:clr>
            <a:srgbClr val="FBAE40"/>
          </p15:clr>
        </p15:guide>
        <p15:guide id="7" orient="horz" pos="3990" userDrawn="1">
          <p15:clr>
            <a:srgbClr val="FBAE40"/>
          </p15:clr>
        </p15:guide>
        <p15:guide id="8" pos="1380" userDrawn="1">
          <p15:clr>
            <a:srgbClr val="FBAE40"/>
          </p15:clr>
        </p15:guide>
        <p15:guide id="9" pos="1619" userDrawn="1">
          <p15:clr>
            <a:srgbClr val="FBAE40"/>
          </p15:clr>
        </p15:guide>
        <p15:guide id="10" pos="2762" userDrawn="1">
          <p15:clr>
            <a:srgbClr val="FBAE40"/>
          </p15:clr>
        </p15:guide>
        <p15:guide id="11" pos="2999" userDrawn="1">
          <p15:clr>
            <a:srgbClr val="FBAE40"/>
          </p15:clr>
        </p15:guide>
        <p15:guide id="12" pos="4143" userDrawn="1">
          <p15:clr>
            <a:srgbClr val="FBAE40"/>
          </p15:clr>
        </p15:guide>
        <p15:guide id="13" pos="4380" userDrawn="1">
          <p15:clr>
            <a:srgbClr val="FBAE40"/>
          </p15:clr>
        </p15:guide>
        <p15:guide id="14" pos="5522"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377902" y="1800000"/>
            <a:ext cx="8386716" cy="3285032"/>
          </a:xfrm>
        </p:spPr>
        <p:txBody>
          <a:bodyPr/>
          <a:lstStyle>
            <a:lvl1pPr marL="296862" indent="-296862">
              <a:lnSpc>
                <a:spcPct val="90000"/>
              </a:lnSpc>
              <a:spcBef>
                <a:spcPts val="450"/>
              </a:spcBef>
              <a:defRPr sz="4498" b="1"/>
            </a:lvl1pPr>
            <a:lvl2pPr marL="296862"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Tree>
    <p:extLst>
      <p:ext uri="{BB962C8B-B14F-4D97-AF65-F5344CB8AC3E}">
        <p14:creationId xmlns:p14="http://schemas.microsoft.com/office/powerpoint/2010/main" val="932785900"/>
      </p:ext>
    </p:extLst>
  </p:cSld>
  <p:clrMapOvr>
    <a:masterClrMapping/>
  </p:clrMapOvr>
  <p:extLst mod="1">
    <p:ext uri="{DCECCB84-F9BA-43D5-87BE-67443E8EF086}">
      <p15:sldGuideLst xmlns:p15="http://schemas.microsoft.com/office/powerpoint/2012/main">
        <p15:guide id="1" pos="238" userDrawn="1">
          <p15:clr>
            <a:srgbClr val="FBAE40"/>
          </p15:clr>
        </p15:guide>
        <p15:guide id="4" orient="horz" pos="1133" userDrawn="1">
          <p15:clr>
            <a:srgbClr val="FBAE40"/>
          </p15:clr>
        </p15:guide>
        <p15:guide id="5" orient="horz" pos="3204" userDrawn="1">
          <p15:clr>
            <a:srgbClr val="FBAE40"/>
          </p15:clr>
        </p15:guide>
        <p15:guide id="6" pos="5521"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and 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377902" y="1800000"/>
            <a:ext cx="8386716" cy="3285032"/>
          </a:xfrm>
        </p:spPr>
        <p:txBody>
          <a:bodyPr/>
          <a:lstStyle>
            <a:lvl1pPr marL="296862" indent="-296862">
              <a:lnSpc>
                <a:spcPct val="90000"/>
              </a:lnSpc>
              <a:spcBef>
                <a:spcPts val="450"/>
              </a:spcBef>
              <a:defRPr sz="4498" b="1"/>
            </a:lvl1pPr>
            <a:lvl2pPr marL="296862"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928401980"/>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orient="horz" pos="551" userDrawn="1">
          <p15:clr>
            <a:srgbClr val="FBAE40"/>
          </p15:clr>
        </p15:guide>
        <p15:guide id="4" orient="horz" pos="1133" userDrawn="1">
          <p15:clr>
            <a:srgbClr val="FBAE40"/>
          </p15:clr>
        </p15:guide>
        <p15:guide id="5" orient="horz" pos="3204" userDrawn="1">
          <p15:clr>
            <a:srgbClr val="FBAE40"/>
          </p15:clr>
        </p15:guide>
        <p15:guide id="6" pos="5522"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Text with Image 1/3">
    <p:spTree>
      <p:nvGrpSpPr>
        <p:cNvPr id="1" name=""/>
        <p:cNvGrpSpPr/>
        <p:nvPr/>
      </p:nvGrpSpPr>
      <p:grpSpPr>
        <a:xfrm>
          <a:off x="0" y="0"/>
          <a:ext cx="0" cy="0"/>
          <a:chOff x="0" y="0"/>
          <a:chExt cx="0" cy="0"/>
        </a:xfrm>
      </p:grpSpPr>
      <p:sp>
        <p:nvSpPr>
          <p:cNvPr id="5" name="Picture Placeholder 1/3 right"/>
          <p:cNvSpPr>
            <a:spLocks noGrp="1"/>
          </p:cNvSpPr>
          <p:nvPr>
            <p:ph type="pic" sz="quarter" idx="10" hasCustomPrompt="1"/>
          </p:nvPr>
        </p:nvSpPr>
        <p:spPr bwMode="gray">
          <a:xfrm>
            <a:off x="6093794" y="252000"/>
            <a:ext cx="3050206" cy="6606000"/>
          </a:xfrm>
          <a:solidFill>
            <a:schemeClr val="tx2">
              <a:alpha val="70000"/>
            </a:schemeClr>
          </a:solidFill>
        </p:spPr>
        <p:txBody>
          <a:bodyPr vert="horz" lIns="0" tIns="2448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p:cNvSpPr>
            <a:spLocks noGrp="1"/>
          </p:cNvSpPr>
          <p:nvPr>
            <p:ph type="body" sz="quarter" idx="11" hasCustomPrompt="1"/>
          </p:nvPr>
        </p:nvSpPr>
        <p:spPr bwMode="black">
          <a:xfrm>
            <a:off x="377901" y="1620000"/>
            <a:ext cx="5327574"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3" name="Title"/>
          <p:cNvSpPr>
            <a:spLocks noGrp="1"/>
          </p:cNvSpPr>
          <p:nvPr>
            <p:ph type="title" hasCustomPrompt="1"/>
          </p:nvPr>
        </p:nvSpPr>
        <p:spPr>
          <a:xfrm>
            <a:off x="377902" y="504000"/>
            <a:ext cx="5327574" cy="369332"/>
          </a:xfrm>
        </p:spPr>
        <p:txBody>
          <a:bodyPr wrap="square">
            <a:spAutoFit/>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991" userDrawn="1">
          <p15:clr>
            <a:srgbClr val="FBAE40"/>
          </p15:clr>
        </p15:guide>
        <p15:guide id="3" pos="3594" userDrawn="1">
          <p15:clr>
            <a:srgbClr val="FBAE40"/>
          </p15:clr>
        </p15:guide>
        <p15:guide id="4" pos="3838" userDrawn="1">
          <p15:clr>
            <a:srgbClr val="FBAE40"/>
          </p15:clr>
        </p15:guide>
        <p15:guide id="5" orient="horz" pos="317" userDrawn="1">
          <p15:clr>
            <a:srgbClr val="FBAE40"/>
          </p15:clr>
        </p15:guide>
        <p15:guide id="6" orient="horz" pos="551" userDrawn="1">
          <p15:clr>
            <a:srgbClr val="FBAE40"/>
          </p15:clr>
        </p15:guide>
        <p15:guide id="7" orient="horz" pos="102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and Text with Image 1/2">
    <p:spTree>
      <p:nvGrpSpPr>
        <p:cNvPr id="1" name=""/>
        <p:cNvGrpSpPr/>
        <p:nvPr/>
      </p:nvGrpSpPr>
      <p:grpSpPr>
        <a:xfrm>
          <a:off x="0" y="0"/>
          <a:ext cx="0" cy="0"/>
          <a:chOff x="0" y="0"/>
          <a:chExt cx="0" cy="0"/>
        </a:xfrm>
      </p:grpSpPr>
      <p:sp>
        <p:nvSpPr>
          <p:cNvPr id="5" name="Picture Placeholder 1/2 right"/>
          <p:cNvSpPr>
            <a:spLocks noGrp="1"/>
          </p:cNvSpPr>
          <p:nvPr>
            <p:ph type="pic" sz="quarter" idx="10" hasCustomPrompt="1"/>
          </p:nvPr>
        </p:nvSpPr>
        <p:spPr bwMode="gray">
          <a:xfrm>
            <a:off x="4572001" y="252000"/>
            <a:ext cx="4572000" cy="6606000"/>
          </a:xfrm>
          <a:solidFill>
            <a:schemeClr val="tx2">
              <a:alpha val="70000"/>
            </a:schemeClr>
          </a:solidFill>
        </p:spPr>
        <p:txBody>
          <a:bodyPr vert="horz" lIns="0" tIns="2448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a:t>
            </a:r>
            <a:endParaRPr lang="de-DE" dirty="0"/>
          </a:p>
        </p:txBody>
      </p:sp>
      <p:sp>
        <p:nvSpPr>
          <p:cNvPr id="7" name="Text Placeholder 1/2"/>
          <p:cNvSpPr>
            <a:spLocks noGrp="1"/>
          </p:cNvSpPr>
          <p:nvPr>
            <p:ph type="body" sz="quarter" idx="11" hasCustomPrompt="1"/>
          </p:nvPr>
        </p:nvSpPr>
        <p:spPr bwMode="black">
          <a:xfrm>
            <a:off x="377901" y="1620000"/>
            <a:ext cx="3816273"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2" name="Title"/>
          <p:cNvSpPr>
            <a:spLocks noGrp="1"/>
          </p:cNvSpPr>
          <p:nvPr>
            <p:ph type="title" hasCustomPrompt="1"/>
          </p:nvPr>
        </p:nvSpPr>
        <p:spPr>
          <a:xfrm>
            <a:off x="377902" y="504000"/>
            <a:ext cx="3816273" cy="369332"/>
          </a:xfrm>
        </p:spPr>
        <p:txBody>
          <a:bodyPr wrap="square">
            <a:spAutoFit/>
          </a:bodyPr>
          <a:lstStyle/>
          <a:p>
            <a:r>
              <a:rPr lang="en-US" noProof="0" dirty="0"/>
              <a:t>Insert page title</a:t>
            </a:r>
            <a:endParaRPr lang="en-US" dirty="0"/>
          </a:p>
        </p:txBody>
      </p:sp>
    </p:spTree>
    <p:extLst>
      <p:ext uri="{BB962C8B-B14F-4D97-AF65-F5344CB8AC3E}">
        <p14:creationId xmlns:p14="http://schemas.microsoft.com/office/powerpoint/2010/main" val="552787710"/>
      </p:ext>
    </p:extLst>
  </p:cSld>
  <p:clrMapOvr>
    <a:masterClrMapping/>
  </p:clrMapOvr>
  <p:extLst mod="1">
    <p:ext uri="{DCECCB84-F9BA-43D5-87BE-67443E8EF086}">
      <p15:sldGuideLst xmlns:p15="http://schemas.microsoft.com/office/powerpoint/2012/main">
        <p15:guide id="1" pos="2880" userDrawn="1">
          <p15:clr>
            <a:srgbClr val="FBAE40"/>
          </p15:clr>
        </p15:guide>
        <p15:guide id="2" orient="horz" pos="317" userDrawn="1">
          <p15:clr>
            <a:srgbClr val="FBAE40"/>
          </p15:clr>
        </p15:guide>
        <p15:guide id="3" orient="horz" pos="551" userDrawn="1">
          <p15:clr>
            <a:srgbClr val="FBAE40"/>
          </p15:clr>
        </p15:guide>
        <p15:guide id="4" orient="horz" pos="1020" userDrawn="1">
          <p15:clr>
            <a:srgbClr val="FBAE40"/>
          </p15:clr>
        </p15:guide>
        <p15:guide id="5" orient="horz" pos="3991" userDrawn="1">
          <p15:clr>
            <a:srgbClr val="FBAE40"/>
          </p15:clr>
        </p15:guide>
        <p15:guide id="6" pos="2642" userDrawn="1">
          <p15:clr>
            <a:srgbClr val="FBAE40"/>
          </p15:clr>
        </p15:guide>
        <p15:guide id="7" pos="23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with motion band"/>
          <p:cNvSpPr>
            <a:spLocks noGrp="1"/>
          </p:cNvSpPr>
          <p:nvPr>
            <p:ph type="pic" sz="quarter" idx="10" hasCustomPrompt="1"/>
          </p:nvPr>
        </p:nvSpPr>
        <p:spPr bwMode="gray">
          <a:xfrm>
            <a:off x="1" y="252000"/>
            <a:ext cx="9144000" cy="6606000"/>
          </a:xfrm>
          <a:solidFill>
            <a:schemeClr val="tx2">
              <a:alpha val="70000"/>
            </a:schemeClr>
          </a:solidFill>
        </p:spPr>
        <p:txBody>
          <a:bodyPr vert="horz" lIns="0" tIns="2448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190104987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7" name="Slide number"/>
          <p:cNvSpPr txBox="1"/>
          <p:nvPr userDrawn="1"/>
        </p:nvSpPr>
        <p:spPr bwMode="black">
          <a:xfrm>
            <a:off x="8624511"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8" name="Classification"/>
          <p:cNvSpPr txBox="1"/>
          <p:nvPr userDrawn="1"/>
        </p:nvSpPr>
        <p:spPr bwMode="black">
          <a:xfrm>
            <a:off x="2662892" y="6559834"/>
            <a:ext cx="381515" cy="92333"/>
          </a:xfrm>
          <a:prstGeom prst="rect">
            <a:avLst/>
          </a:prstGeom>
          <a:noFill/>
        </p:spPr>
        <p:txBody>
          <a:bodyPr wrap="none" lIns="0" tIns="0" rIns="0" bIns="0" rtlCol="0">
            <a:spAutoFit/>
          </a:bodyPr>
          <a:lstStyle/>
          <a:p>
            <a:pPr marL="0" marR="0" indent="0" algn="l" defTabSz="816201"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dirty="0">
                <a:solidFill>
                  <a:schemeClr val="tx1"/>
                </a:solidFill>
                <a:latin typeface="Arial"/>
                <a:ea typeface="Arial Unicode MS"/>
                <a:cs typeface="Arial Unicode MS" pitchFamily="34" charset="-128"/>
                <a:sym typeface="Arial"/>
              </a:rPr>
              <a:t>INTERNAL</a:t>
            </a:r>
          </a:p>
        </p:txBody>
      </p:sp>
      <p:sp>
        <p:nvSpPr>
          <p:cNvPr id="9" name="Copyright"/>
          <p:cNvSpPr txBox="1"/>
          <p:nvPr userDrawn="1"/>
        </p:nvSpPr>
        <p:spPr bwMode="black">
          <a:xfrm>
            <a:off x="377903" y="6559834"/>
            <a:ext cx="2275762" cy="92333"/>
          </a:xfrm>
          <a:prstGeom prst="rect">
            <a:avLst/>
          </a:prstGeom>
          <a:noFill/>
        </p:spPr>
        <p:txBody>
          <a:bodyPr wrap="square" lIns="0" tIns="0" rIns="0" bIns="0" rtlCol="0">
            <a:spAutoFit/>
          </a:bodyPr>
          <a:lstStyle/>
          <a:p>
            <a:pPr marL="63074" marR="0" indent="-63074" algn="l" defTabSz="816201"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5" name="Picture Placeholder full image"/>
          <p:cNvSpPr>
            <a:spLocks noGrp="1"/>
          </p:cNvSpPr>
          <p:nvPr>
            <p:ph type="pic" sz="quarter" idx="10" hasCustomPrompt="1"/>
          </p:nvPr>
        </p:nvSpPr>
        <p:spPr bwMode="gray">
          <a:xfrm>
            <a:off x="1" y="0"/>
            <a:ext cx="9144000" cy="6858000"/>
          </a:xfrm>
          <a:solidFill>
            <a:schemeClr val="tx2">
              <a:alpha val="70000"/>
            </a:schemeClr>
          </a:solidFill>
        </p:spPr>
        <p:txBody>
          <a:bodyPr vert="horz" lIns="0" tIns="2448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image</a:t>
            </a:r>
            <a:endParaRPr lang="de-DE" dirty="0"/>
          </a:p>
        </p:txBody>
      </p:sp>
    </p:spTree>
    <p:extLst>
      <p:ext uri="{BB962C8B-B14F-4D97-AF65-F5344CB8AC3E}">
        <p14:creationId xmlns:p14="http://schemas.microsoft.com/office/powerpoint/2010/main" val="41397911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p:cNvSpPr>
            <a:spLocks noGrp="1"/>
          </p:cNvSpPr>
          <p:nvPr>
            <p:ph type="pic" sz="quarter" idx="13" hasCustomPrompt="1"/>
          </p:nvPr>
        </p:nvSpPr>
        <p:spPr bwMode="gray">
          <a:xfrm>
            <a:off x="4762500" y="1620000"/>
            <a:ext cx="4003075" cy="4716000"/>
          </a:xfrm>
          <a:solidFill>
            <a:schemeClr val="tx2">
              <a:alpha val="70000"/>
            </a:schemeClr>
          </a:solidFill>
        </p:spPr>
        <p:txBody>
          <a:bodyPr vert="horz" lIns="0" tIns="1512000" rIns="0" bIns="0" rtlCol="0" anchor="t" anchorCtr="0">
            <a:noAutofit/>
          </a:bodyPr>
          <a:lstStyle>
            <a:lvl1pPr marL="0" indent="0" algn="ctr" defTabSz="816201" rtl="0" eaLnBrk="1" latinLnBrk="0" hangingPunct="1">
              <a:spcBef>
                <a:spcPts val="1446"/>
              </a:spcBef>
              <a:buClr>
                <a:schemeClr val="accent1"/>
              </a:buClr>
              <a:buSzPct val="80000"/>
              <a:buFontTx/>
              <a:buNone/>
              <a:defRPr lang="de-DE" sz="1200" b="0" kern="1200" dirty="0">
                <a:solidFill>
                  <a:schemeClr val="tx1"/>
                </a:solidFill>
                <a:latin typeface="+mn-lt"/>
                <a:ea typeface="+mn-ea"/>
                <a:cs typeface="+mn-cs"/>
              </a:defRPr>
            </a:lvl1pPr>
          </a:lstStyle>
          <a:p>
            <a:r>
              <a:rPr lang="en-US" dirty="0"/>
              <a:t>Click icon to add screenshot</a:t>
            </a:r>
            <a:endParaRPr lang="de-DE" dirty="0"/>
          </a:p>
        </p:txBody>
      </p:sp>
      <p:sp>
        <p:nvSpPr>
          <p:cNvPr id="4" name="Text Placeholder"/>
          <p:cNvSpPr>
            <a:spLocks noGrp="1"/>
          </p:cNvSpPr>
          <p:nvPr>
            <p:ph type="body" sz="quarter" idx="10" hasCustomPrompt="1"/>
          </p:nvPr>
        </p:nvSpPr>
        <p:spPr>
          <a:xfrm>
            <a:off x="377901" y="1620000"/>
            <a:ext cx="4002012" cy="4716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p:cNvSpPr>
            <a:spLocks noGrp="1"/>
          </p:cNvSpPr>
          <p:nvPr>
            <p:ph type="title" hasCustomPrompt="1"/>
          </p:nvPr>
        </p:nvSpPr>
        <p:spPr>
          <a:xfrm>
            <a:off x="377902" y="504000"/>
            <a:ext cx="8387673" cy="369332"/>
          </a:xfrm>
        </p:spPr>
        <p:txBody>
          <a:bodyPr>
            <a:spAutoFit/>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1020" userDrawn="1">
          <p15:clr>
            <a:srgbClr val="FBAE40"/>
          </p15:clr>
        </p15:guide>
        <p15:guide id="3" pos="2759" userDrawn="1">
          <p15:clr>
            <a:srgbClr val="FBAE40"/>
          </p15:clr>
        </p15:guide>
        <p15:guide id="4" pos="3000" userDrawn="1">
          <p15:clr>
            <a:srgbClr val="FBAE40"/>
          </p15:clr>
        </p15:guide>
        <p15:guide id="5" pos="5522" userDrawn="1">
          <p15:clr>
            <a:srgbClr val="FBAE40"/>
          </p15:clr>
        </p15:guide>
        <p15:guide id="6" orient="horz" pos="317" userDrawn="1">
          <p15:clr>
            <a:srgbClr val="FBAE40"/>
          </p15:clr>
        </p15:guide>
        <p15:guide id="7" orient="horz" pos="551" userDrawn="1">
          <p15:clr>
            <a:srgbClr val="FBAE40"/>
          </p15:clr>
        </p15:guide>
        <p15:guide id="8" orient="horz" pos="3991"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p:cNvSpPr>
            <a:spLocks noGrp="1"/>
          </p:cNvSpPr>
          <p:nvPr>
            <p:ph idx="1" hasCustomPrompt="1"/>
          </p:nvPr>
        </p:nvSpPr>
        <p:spPr bwMode="gray">
          <a:xfrm>
            <a:off x="377902" y="1620000"/>
            <a:ext cx="8386716" cy="4716000"/>
          </a:xfrm>
          <a:solidFill>
            <a:schemeClr val="tx2">
              <a:alpha val="70000"/>
            </a:schemeClr>
          </a:solidFill>
        </p:spPr>
        <p:txBody>
          <a:bodyPr tIns="1368000"/>
          <a:lstStyle>
            <a:lvl1pPr algn="ctr">
              <a:defRPr sz="1050" b="0"/>
            </a:lvl1pPr>
          </a:lstStyle>
          <a:p>
            <a:pPr lvl="0"/>
            <a:r>
              <a:rPr lang="en-US" dirty="0"/>
              <a:t>Click to add content</a:t>
            </a:r>
          </a:p>
        </p:txBody>
      </p:sp>
      <p:sp>
        <p:nvSpPr>
          <p:cNvPr id="2" name="Title"/>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extLst mod="1">
    <p:ext uri="{DCECCB84-F9BA-43D5-87BE-67443E8EF086}">
      <p15:sldGuideLst xmlns:p15="http://schemas.microsoft.com/office/powerpoint/2012/main">
        <p15:guide id="1" pos="238" userDrawn="1">
          <p15:clr>
            <a:srgbClr val="FBAE40"/>
          </p15:clr>
        </p15:guide>
        <p15:guide id="2" orient="horz" pos="317" userDrawn="1">
          <p15:clr>
            <a:srgbClr val="FBAE40"/>
          </p15:clr>
        </p15:guide>
        <p15:guide id="3" orient="horz" pos="551" userDrawn="1">
          <p15:clr>
            <a:srgbClr val="FBAE40"/>
          </p15:clr>
        </p15:guide>
        <p15:guide id="4" orient="horz" pos="1020" userDrawn="1">
          <p15:clr>
            <a:srgbClr val="FBAE40"/>
          </p15:clr>
        </p15:guide>
        <p15:guide id="5" orient="horz" pos="3991" userDrawn="1">
          <p15:clr>
            <a:srgbClr val="FBAE40"/>
          </p15:clr>
        </p15:guide>
        <p15:guide id="6" pos="5522"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92483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pic>
        <p:nvPicPr>
          <p:cNvPr id="6" name="SAP Logo" descr="SAP Logo" title="SAP Logo"/>
          <p:cNvPicPr>
            <a:picLocks noChangeAspect="1"/>
          </p:cNvPicPr>
          <p:nvPr userDrawn="1"/>
        </p:nvPicPr>
        <p:blipFill>
          <a:blip r:embed="rId2"/>
          <a:stretch>
            <a:fillRect/>
          </a:stretch>
        </p:blipFill>
        <p:spPr>
          <a:xfrm>
            <a:off x="6802539" y="5994000"/>
            <a:ext cx="1963636" cy="360000"/>
          </a:xfrm>
          <a:prstGeom prst="rect">
            <a:avLst/>
          </a:prstGeom>
        </p:spPr>
      </p:pic>
      <p:sp>
        <p:nvSpPr>
          <p:cNvPr id="93" name="Contact information"/>
          <p:cNvSpPr>
            <a:spLocks noGrp="1"/>
          </p:cNvSpPr>
          <p:nvPr>
            <p:ph type="body" sz="quarter" idx="10" hasCustomPrompt="1"/>
          </p:nvPr>
        </p:nvSpPr>
        <p:spPr>
          <a:xfrm>
            <a:off x="377901" y="2905487"/>
            <a:ext cx="4194099" cy="2501010"/>
          </a:xfrm>
        </p:spPr>
        <p:txBody>
          <a:bodyPr anchor="t" anchorCtr="0">
            <a:noAutofit/>
          </a:bodyPr>
          <a:lstStyle>
            <a:lvl1pPr>
              <a:spcBef>
                <a:spcPts val="0"/>
              </a:spcBef>
              <a:spcAft>
                <a:spcPts val="9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377901" y="1467009"/>
            <a:ext cx="4194099" cy="923116"/>
          </a:xfrm>
        </p:spPr>
        <p:txBody>
          <a:bodyPr anchor="t" anchorCtr="0">
            <a:noAutofit/>
          </a:bodyPr>
          <a:lstStyle>
            <a:lvl1pPr>
              <a:defRPr sz="5500">
                <a:solidFill>
                  <a:schemeClr val="accent1"/>
                </a:solidFill>
                <a:latin typeface="+mj-lt"/>
              </a:defRPr>
            </a:lvl1pPr>
          </a:lstStyle>
          <a:p>
            <a:r>
              <a:rPr lang="en-US" dirty="0"/>
              <a:t>Thank you.</a:t>
            </a:r>
            <a:endParaRPr lang="de-DE" dirty="0"/>
          </a:p>
        </p:txBody>
      </p:sp>
    </p:spTree>
    <p:extLst>
      <p:ext uri="{BB962C8B-B14F-4D97-AF65-F5344CB8AC3E}">
        <p14:creationId xmlns:p14="http://schemas.microsoft.com/office/powerpoint/2010/main" val="781090314"/>
      </p:ext>
    </p:extLst>
  </p:cSld>
  <p:clrMapOvr>
    <a:masterClrMapping/>
  </p:clrMapOvr>
  <p:hf sldNum="0" hdr="0" ftr="0" dt="0"/>
  <p:extLst mod="1">
    <p:ext uri="{DCECCB84-F9BA-43D5-87BE-67443E8EF086}">
      <p15:sldGuideLst xmlns:p15="http://schemas.microsoft.com/office/powerpoint/2012/main">
        <p15:guide id="1" pos="5522" userDrawn="1">
          <p15:clr>
            <a:srgbClr val="FBAE40"/>
          </p15:clr>
        </p15:guide>
        <p15:guide id="2" orient="horz" pos="924" userDrawn="1">
          <p15:clr>
            <a:srgbClr val="FBAE40"/>
          </p15:clr>
        </p15:guide>
        <p15:guide id="4" orient="horz" pos="1830" userDrawn="1">
          <p15:clr>
            <a:srgbClr val="FBAE40"/>
          </p15:clr>
        </p15:guide>
        <p15:guide id="5" orient="horz" pos="4000" userDrawn="1">
          <p15:clr>
            <a:srgbClr val="FBAE40"/>
          </p15:clr>
        </p15:guide>
        <p15:guide id="6" pos="238" userDrawn="1">
          <p15:clr>
            <a:srgbClr val="FBAE40"/>
          </p15:clr>
        </p15:guide>
        <p15:guide id="8" pos="2880" userDrawn="1">
          <p15:clr>
            <a:srgbClr val="FBAE40"/>
          </p15:clr>
        </p15:guide>
        <p15:guide id="9" orient="horz" pos="31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pic>
        <p:nvPicPr>
          <p:cNvPr id="19" name="SAP Logo" descr="SAP Logo" title="SAP Logo"/>
          <p:cNvPicPr>
            <a:picLocks noChangeAspect="1"/>
          </p:cNvPicPr>
          <p:nvPr userDrawn="1"/>
        </p:nvPicPr>
        <p:blipFill>
          <a:blip r:embed="rId2"/>
          <a:stretch>
            <a:fillRect/>
          </a:stretch>
        </p:blipFill>
        <p:spPr>
          <a:xfrm>
            <a:off x="6802539" y="5994000"/>
            <a:ext cx="1963636" cy="360000"/>
          </a:xfrm>
          <a:prstGeom prst="rect">
            <a:avLst/>
          </a:prstGeom>
        </p:spPr>
      </p:pic>
      <p:sp>
        <p:nvSpPr>
          <p:cNvPr id="11" name="Copyright information English"/>
          <p:cNvSpPr txBox="1"/>
          <p:nvPr userDrawn="1"/>
        </p:nvSpPr>
        <p:spPr bwMode="black">
          <a:xfrm>
            <a:off x="390978" y="2645292"/>
            <a:ext cx="4427456"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700" b="0" noProof="0" dirty="0"/>
              <a:t>© 2018 SAP SE or an SAP affiliate company. All rights reserved.</a:t>
            </a:r>
            <a:endParaRPr lang="de-DE" sz="700" kern="0" dirty="0">
              <a:ea typeface="Arial Unicode MS" pitchFamily="34" charset="-128"/>
              <a:cs typeface="Arial Unicode MS" pitchFamily="34" charset="-128"/>
            </a:endParaRPr>
          </a:p>
          <a:p>
            <a:pPr>
              <a:spcBef>
                <a:spcPts val="600"/>
              </a:spcBef>
            </a:pPr>
            <a:r>
              <a:rPr lang="en-US" sz="7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600"/>
              </a:spcBef>
            </a:pPr>
            <a:r>
              <a:rPr lang="en-US" sz="7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of other software vendors. National product specifications may vary.</a:t>
            </a:r>
          </a:p>
          <a:p>
            <a:pPr>
              <a:spcBef>
                <a:spcPts val="600"/>
              </a:spcBef>
            </a:pPr>
            <a:r>
              <a:rPr lang="en-US" sz="7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set forth in the express warranty statements accompanying such products and services, if any. Nothing herein should be construed as constituting an additional warranty. </a:t>
            </a:r>
          </a:p>
          <a:p>
            <a:pPr>
              <a:spcBef>
                <a:spcPts val="600"/>
              </a:spcBef>
            </a:pPr>
            <a:r>
              <a:rPr lang="en-US" sz="7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a:t>
            </a:r>
            <a:br>
              <a:rPr lang="en-US" sz="700" kern="1200" dirty="0">
                <a:solidFill>
                  <a:schemeClr val="tx1"/>
                </a:solidFill>
                <a:latin typeface="Arial"/>
                <a:ea typeface="Arial Unicode MS" panose="020B0604020202020204" pitchFamily="34" charset="-128"/>
                <a:cs typeface="+mn-cs"/>
              </a:rPr>
            </a:br>
            <a:r>
              <a:rPr lang="en-US" sz="700" kern="1200" dirty="0">
                <a:solidFill>
                  <a:schemeClr val="tx1"/>
                </a:solidFill>
                <a:latin typeface="Arial"/>
                <a:ea typeface="Arial Unicode MS" panose="020B0604020202020204" pitchFamily="34" charset="-128"/>
                <a:cs typeface="+mn-cs"/>
              </a:rPr>
              <a:t>in this document or any related presentation, or to develop or release any functionality mentioned therein. </a:t>
            </a:r>
            <a:br>
              <a:rPr lang="en-US" sz="700" kern="1200" dirty="0">
                <a:solidFill>
                  <a:schemeClr val="tx1"/>
                </a:solidFill>
                <a:latin typeface="Arial"/>
                <a:ea typeface="Arial Unicode MS" panose="020B0604020202020204" pitchFamily="34" charset="-128"/>
                <a:cs typeface="+mn-cs"/>
              </a:rPr>
            </a:br>
            <a:r>
              <a:rPr lang="en-US" sz="700" kern="1200" dirty="0">
                <a:solidFill>
                  <a:schemeClr val="tx1"/>
                </a:solidFill>
                <a:latin typeface="Arial"/>
                <a:ea typeface="Arial Unicode MS" panose="020B0604020202020204" pitchFamily="34" charset="-128"/>
                <a:cs typeface="+mn-cs"/>
              </a:rPr>
              <a:t>This document, or any related presentation, and SAP SE’s or its affiliated companies’ strategy and possible future developments, products, and/or platforms,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t>
            </a:r>
            <a:br>
              <a:rPr lang="en-US" sz="700" kern="1200" dirty="0">
                <a:solidFill>
                  <a:schemeClr val="tx1"/>
                </a:solidFill>
                <a:latin typeface="Arial"/>
                <a:ea typeface="Arial Unicode MS" panose="020B0604020202020204" pitchFamily="34" charset="-128"/>
                <a:cs typeface="+mn-cs"/>
              </a:rPr>
            </a:br>
            <a:r>
              <a:rPr lang="en-US" sz="700" kern="1200" dirty="0">
                <a:solidFill>
                  <a:schemeClr val="tx1"/>
                </a:solidFill>
                <a:latin typeface="Arial"/>
                <a:ea typeface="Arial Unicode MS" panose="020B0604020202020204" pitchFamily="34" charset="-128"/>
                <a:cs typeface="+mn-cs"/>
              </a:rPr>
              <a:t>All forward-looking statements are subject to various</a:t>
            </a:r>
            <a:r>
              <a:rPr lang="en-US" sz="700" kern="1200" baseline="0" dirty="0">
                <a:solidFill>
                  <a:schemeClr val="tx1"/>
                </a:solidFill>
                <a:latin typeface="Arial"/>
                <a:ea typeface="Arial Unicode MS" panose="020B0604020202020204" pitchFamily="34" charset="-128"/>
                <a:cs typeface="+mn-cs"/>
              </a:rPr>
              <a:t> </a:t>
            </a:r>
            <a:r>
              <a:rPr lang="en-US" sz="7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600"/>
              </a:spcBef>
            </a:pPr>
            <a:r>
              <a:rPr lang="en-US" sz="7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a:t>
            </a:r>
            <a:br>
              <a:rPr lang="en-US" sz="700" kern="1200" dirty="0">
                <a:solidFill>
                  <a:schemeClr val="tx1"/>
                </a:solidFill>
                <a:latin typeface="Arial"/>
                <a:ea typeface="Arial Unicode MS" panose="020B0604020202020204" pitchFamily="34" charset="-128"/>
                <a:cs typeface="+mn-cs"/>
              </a:rPr>
            </a:br>
            <a:r>
              <a:rPr lang="en-US" sz="700" kern="1200" dirty="0">
                <a:solidFill>
                  <a:schemeClr val="tx1"/>
                </a:solidFill>
                <a:latin typeface="Arial"/>
                <a:ea typeface="Arial Unicode MS" panose="020B0604020202020204" pitchFamily="34" charset="-128"/>
                <a:cs typeface="+mn-cs"/>
              </a:rPr>
              <a:t>or registered trademarks of SAP SE (or an SAP affiliate company) in Germany and other countries. All other product and service names mentioned are the trademarks of their respective companies. </a:t>
            </a:r>
          </a:p>
          <a:p>
            <a:pPr>
              <a:spcBef>
                <a:spcPts val="600"/>
              </a:spcBef>
            </a:pPr>
            <a:r>
              <a:rPr lang="en-US" sz="700" kern="1200" dirty="0">
                <a:solidFill>
                  <a:schemeClr val="tx1"/>
                </a:solidFill>
                <a:latin typeface="Arial"/>
                <a:ea typeface="Arial Unicode MS" panose="020B0604020202020204" pitchFamily="34" charset="-128"/>
                <a:cs typeface="+mn-cs"/>
              </a:rPr>
              <a:t>See </a:t>
            </a:r>
            <a:r>
              <a:rPr lang="en-US" sz="700" kern="1200" dirty="0">
                <a:solidFill>
                  <a:schemeClr val="tx2"/>
                </a:solidFill>
                <a:latin typeface="Arial"/>
                <a:ea typeface="Arial Unicode MS" panose="020B0604020202020204" pitchFamily="34" charset="-128"/>
                <a:cs typeface="+mn-cs"/>
                <a:hlinkClick r:id="rId3"/>
              </a:rPr>
              <a:t>www.sap.com/corporate-en/legal/copyright/index.epx</a:t>
            </a:r>
            <a:r>
              <a:rPr lang="en-US" sz="700" kern="1200" dirty="0">
                <a:solidFill>
                  <a:schemeClr val="tx2"/>
                </a:solidFill>
                <a:latin typeface="Arial"/>
                <a:ea typeface="Arial Unicode MS" panose="020B0604020202020204" pitchFamily="34" charset="-128"/>
                <a:cs typeface="+mn-cs"/>
              </a:rPr>
              <a:t> </a:t>
            </a:r>
            <a:r>
              <a:rPr lang="en-US" sz="700" kern="1200" dirty="0">
                <a:solidFill>
                  <a:schemeClr val="tx1"/>
                </a:solidFill>
                <a:latin typeface="Arial"/>
                <a:ea typeface="Arial Unicode MS" panose="020B0604020202020204" pitchFamily="34" charset="-128"/>
                <a:cs typeface="+mn-cs"/>
              </a:rPr>
              <a:t>for additional trademark information and notices.</a:t>
            </a:r>
          </a:p>
        </p:txBody>
      </p:sp>
      <p:sp>
        <p:nvSpPr>
          <p:cNvPr id="12" name="www.sap.com - contact SAP link">
            <a:hlinkClick r:id="rId4" tooltip="www.sap.com/contactsap"/>
          </p:cNvPr>
          <p:cNvSpPr txBox="1"/>
          <p:nvPr userDrawn="1"/>
        </p:nvSpPr>
        <p:spPr bwMode="black">
          <a:xfrm>
            <a:off x="390218" y="2461398"/>
            <a:ext cx="221539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a:t>
            </a:r>
            <a:r>
              <a:rPr lang="en-US" sz="1100" b="1" kern="1200" dirty="0">
                <a:solidFill>
                  <a:schemeClr val="tx1"/>
                </a:solidFill>
                <a:latin typeface="Arial"/>
                <a:ea typeface="Arial Unicode MS" panose="020B0604020202020204" pitchFamily="34" charset="-128"/>
                <a:cs typeface="+mn-cs"/>
              </a:rPr>
              <a:t>/contactsap</a:t>
            </a:r>
          </a:p>
        </p:txBody>
      </p:sp>
      <p:pic>
        <p:nvPicPr>
          <p:cNvPr id="3" name="Plus Google com icon with link">
            <a:hlinkClick r:id="rId5"/>
          </p:cNvPr>
          <p:cNvPicPr>
            <a:picLocks noChangeAspect="1"/>
          </p:cNvPicPr>
          <p:nvPr userDrawn="1"/>
        </p:nvPicPr>
        <p:blipFill>
          <a:blip r:embed="rId6"/>
          <a:stretch>
            <a:fillRect/>
          </a:stretch>
        </p:blipFill>
        <p:spPr>
          <a:xfrm>
            <a:off x="2749537" y="1751480"/>
            <a:ext cx="363600" cy="363600"/>
          </a:xfrm>
          <a:prstGeom prst="rect">
            <a:avLst/>
          </a:prstGeom>
        </p:spPr>
      </p:pic>
      <p:pic>
        <p:nvPicPr>
          <p:cNvPr id="21" name="Linkedin icon with link" descr="Linkedin icon " title="Linkedin icon ">
            <a:hlinkClick r:id="rId7"/>
          </p:cNvPr>
          <p:cNvPicPr>
            <a:picLocks noChangeAspect="1"/>
          </p:cNvPicPr>
          <p:nvPr userDrawn="1"/>
        </p:nvPicPr>
        <p:blipFill>
          <a:blip r:embed="rId8"/>
          <a:stretch>
            <a:fillRect/>
          </a:stretch>
        </p:blipFill>
        <p:spPr>
          <a:xfrm>
            <a:off x="2160123" y="1751480"/>
            <a:ext cx="363600" cy="363600"/>
          </a:xfrm>
          <a:prstGeom prst="ellipse">
            <a:avLst/>
          </a:prstGeom>
        </p:spPr>
      </p:pic>
      <p:pic>
        <p:nvPicPr>
          <p:cNvPr id="13" name="YouTube icon with link">
            <a:hlinkClick r:id="rId9"/>
          </p:cNvPr>
          <p:cNvPicPr>
            <a:picLocks noChangeAspect="1"/>
          </p:cNvPicPr>
          <p:nvPr userDrawn="1"/>
        </p:nvPicPr>
        <p:blipFill rotWithShape="1">
          <a:blip r:embed="rId10"/>
          <a:srcRect l="13793" t="1405" r="17847" b="2165"/>
          <a:stretch/>
        </p:blipFill>
        <p:spPr>
          <a:xfrm>
            <a:off x="1569807" y="1751480"/>
            <a:ext cx="364501" cy="363600"/>
          </a:xfrm>
          <a:prstGeom prst="ellipse">
            <a:avLst/>
          </a:prstGeom>
        </p:spPr>
      </p:pic>
      <p:pic>
        <p:nvPicPr>
          <p:cNvPr id="23" name="Twitter icon with link" descr="Twitter icon" title="Twitter icon">
            <a:hlinkClick r:id="rId11"/>
          </p:cNvPr>
          <p:cNvPicPr>
            <a:picLocks noChangeAspect="1"/>
          </p:cNvPicPr>
          <p:nvPr userDrawn="1"/>
        </p:nvPicPr>
        <p:blipFill>
          <a:blip r:embed="rId12"/>
          <a:stretch>
            <a:fillRect/>
          </a:stretch>
        </p:blipFill>
        <p:spPr>
          <a:xfrm>
            <a:off x="980392" y="1751480"/>
            <a:ext cx="363600" cy="363600"/>
          </a:xfrm>
          <a:prstGeom prst="ellipse">
            <a:avLst/>
          </a:prstGeom>
        </p:spPr>
      </p:pic>
      <p:pic>
        <p:nvPicPr>
          <p:cNvPr id="32" name="Facebook icon with link">
            <a:hlinkClick r:id="rId13"/>
          </p:cNvPr>
          <p:cNvPicPr>
            <a:picLocks noChangeAspect="1"/>
          </p:cNvPicPr>
          <p:nvPr userDrawn="1"/>
        </p:nvPicPr>
        <p:blipFill>
          <a:blip r:embed="rId14"/>
          <a:stretch>
            <a:fillRect/>
          </a:stretch>
        </p:blipFill>
        <p:spPr>
          <a:xfrm>
            <a:off x="390977" y="1751480"/>
            <a:ext cx="363600" cy="363600"/>
          </a:xfrm>
          <a:prstGeom prst="rect">
            <a:avLst/>
          </a:prstGeom>
        </p:spPr>
      </p:pic>
      <p:sp>
        <p:nvSpPr>
          <p:cNvPr id="18" name="Follow all of SAP"/>
          <p:cNvSpPr txBox="1"/>
          <p:nvPr userDrawn="1"/>
        </p:nvSpPr>
        <p:spPr bwMode="black">
          <a:xfrm>
            <a:off x="39097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0" kern="1200" dirty="0">
                <a:solidFill>
                  <a:schemeClr val="tx1"/>
                </a:solidFill>
                <a:latin typeface="Arial"/>
                <a:ea typeface="Arial Unicode MS" panose="020B0604020202020204" pitchFamily="34" charset="-128"/>
                <a:cs typeface="+mn-cs"/>
              </a:rPr>
              <a:t>Follow all of</a:t>
            </a:r>
            <a:r>
              <a:rPr lang="en-US" sz="1100" b="0" kern="1200" baseline="0" dirty="0">
                <a:solidFill>
                  <a:schemeClr val="tx1"/>
                </a:solidFill>
                <a:latin typeface="Arial"/>
                <a:ea typeface="Arial Unicode MS" panose="020B0604020202020204" pitchFamily="34" charset="-128"/>
                <a:cs typeface="+mn-cs"/>
              </a:rPr>
              <a:t> SAP</a:t>
            </a:r>
            <a:endParaRPr lang="en-US" sz="1100" b="0" kern="1200" dirty="0">
              <a:solidFill>
                <a:schemeClr val="tx1"/>
              </a:solidFill>
              <a:latin typeface="Arial"/>
              <a:ea typeface="Arial Unicode MS" panose="020B0604020202020204" pitchFamily="34" charset="-128"/>
              <a:cs typeface="+mn-cs"/>
            </a:endParaRPr>
          </a:p>
        </p:txBody>
      </p:sp>
    </p:spTree>
    <p:extLst>
      <p:ext uri="{BB962C8B-B14F-4D97-AF65-F5344CB8AC3E}">
        <p14:creationId xmlns:p14="http://schemas.microsoft.com/office/powerpoint/2010/main" val="45192519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pyright German">
    <p:spTree>
      <p:nvGrpSpPr>
        <p:cNvPr id="1" name=""/>
        <p:cNvGrpSpPr/>
        <p:nvPr/>
      </p:nvGrpSpPr>
      <p:grpSpPr>
        <a:xfrm>
          <a:off x="0" y="0"/>
          <a:ext cx="0" cy="0"/>
          <a:chOff x="0" y="0"/>
          <a:chExt cx="0" cy="0"/>
        </a:xfrm>
      </p:grpSpPr>
      <p:pic>
        <p:nvPicPr>
          <p:cNvPr id="15" name="SAP Logo" descr="SAP Logo" title="SAP Logo"/>
          <p:cNvPicPr>
            <a:picLocks noChangeAspect="1"/>
          </p:cNvPicPr>
          <p:nvPr userDrawn="1"/>
        </p:nvPicPr>
        <p:blipFill>
          <a:blip r:embed="rId2"/>
          <a:stretch>
            <a:fillRect/>
          </a:stretch>
        </p:blipFill>
        <p:spPr>
          <a:xfrm>
            <a:off x="6802539" y="5994000"/>
            <a:ext cx="1963636" cy="360000"/>
          </a:xfrm>
          <a:prstGeom prst="rect">
            <a:avLst/>
          </a:prstGeom>
        </p:spPr>
      </p:pic>
      <p:sp>
        <p:nvSpPr>
          <p:cNvPr id="12" name="Copyright information English"/>
          <p:cNvSpPr txBox="1"/>
          <p:nvPr userDrawn="1"/>
        </p:nvSpPr>
        <p:spPr bwMode="black">
          <a:xfrm>
            <a:off x="390977" y="2645292"/>
            <a:ext cx="4823049" cy="3708708"/>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700" b="0" noProof="0" dirty="0"/>
              <a:t>© 2018 SAP SE </a:t>
            </a:r>
            <a:r>
              <a:rPr lang="de-DE" sz="700" b="0" noProof="0" dirty="0"/>
              <a:t>oder ein SAP-Konzernunternehmen. Alle Rechte vorbehalten</a:t>
            </a:r>
            <a:r>
              <a:rPr lang="en-US" sz="700" b="0" noProof="0" dirty="0"/>
              <a:t>.</a:t>
            </a:r>
            <a:endParaRPr lang="de-DE" sz="700" kern="0" dirty="0">
              <a:ea typeface="Arial Unicode MS" pitchFamily="34" charset="-128"/>
              <a:cs typeface="Arial Unicode MS" pitchFamily="34" charset="-128"/>
            </a:endParaRPr>
          </a:p>
          <a:p>
            <a:pPr>
              <a:spcBef>
                <a:spcPts val="400"/>
              </a:spcBef>
            </a:pPr>
            <a:r>
              <a:rPr lang="de-DE" sz="700" kern="1200" noProof="0" dirty="0">
                <a:solidFill>
                  <a:schemeClr val="tx1"/>
                </a:solidFill>
                <a:effectLst/>
                <a:latin typeface="Arial"/>
                <a:ea typeface="+mn-ea"/>
                <a:cs typeface="+mn-cs"/>
              </a:rPr>
              <a:t>Weitergabe und Vervielfältigung dieser Publikation oder von Teilen daraus sind, zu welchem Zweck und in welcher Form auch immer, ohne die ausdrückliche schriftliche Genehmigung durch SAP SE oder ein SAP-Konzernunternehmen nicht gestattet.</a:t>
            </a:r>
          </a:p>
          <a:p>
            <a:pPr>
              <a:spcBef>
                <a:spcPts val="400"/>
              </a:spcBef>
            </a:pPr>
            <a:r>
              <a:rPr lang="de-DE" sz="700" kern="1200" noProof="0" dirty="0">
                <a:solidFill>
                  <a:schemeClr val="tx1"/>
                </a:solidFill>
                <a:effectLst/>
                <a:latin typeface="Arial"/>
                <a:ea typeface="+mn-ea"/>
                <a:cs typeface="+mn-cs"/>
              </a:rPr>
              <a:t>In dieser Publikation enthaltene Informationen können ohne vorherige Ankündigung geändert werden. Die von SAP SE oder deren Vertriebsfirmen angebotenen Softwareprodukte können Softwarekomponenten auch anderer Softwarehersteller enthalten. Produkte können länderspezifische Unterschiede aufweisen.</a:t>
            </a:r>
          </a:p>
          <a:p>
            <a:pPr>
              <a:spcBef>
                <a:spcPts val="400"/>
              </a:spcBef>
            </a:pPr>
            <a:r>
              <a:rPr lang="de-DE" sz="700" kern="1200" noProof="0" dirty="0">
                <a:solidFill>
                  <a:schemeClr val="tx1"/>
                </a:solidFill>
                <a:effectLst/>
                <a:latin typeface="Arial"/>
                <a:ea typeface="+mn-ea"/>
                <a:cs typeface="+mn-cs"/>
              </a:rPr>
              <a:t>Die vorliegenden Unterlagen werden von der SAP SE oder einem SAP-Konzernunternehmen bereitgestellt und dienen ausschließlich zu Informationszwecken. Die SAP SE oder ihre Konzernunternehmen übernehmen keinerlei Haftung oder Gewährleistung für Fehler oder Unvollständigkeiten in dieser Publikation. Die SAP SE oder ein SAP-Konzernunternehmen steht lediglich für Produkte und Dienstleistungen nach der Maßgabe ein, die in der Vereinbarung über die jeweiligen Produkte und Dienstleistungen ausdrücklich geregelt ist. Keine der hierin enthaltenen Informationen ist als zusätzliche Garantie zu interpretieren. </a:t>
            </a:r>
          </a:p>
          <a:p>
            <a:pPr>
              <a:spcBef>
                <a:spcPts val="400"/>
              </a:spcBef>
            </a:pPr>
            <a:r>
              <a:rPr lang="de-DE" sz="700" kern="1200" noProof="0" dirty="0">
                <a:solidFill>
                  <a:schemeClr val="tx1"/>
                </a:solidFill>
                <a:effectLst/>
                <a:latin typeface="Arial"/>
                <a:ea typeface="+mn-ea"/>
                <a:cs typeface="+mn-cs"/>
              </a:rPr>
              <a:t>Insbesondere sind die SAP SE oder ihre Konzernunternehmen in keiner Weise verpflichtet, in dieser Publikation oder einer zugehörigen Präsentation dargestellte Geschäftsabläufe zu verfolgen oder hierin wiedergegebene Funktionen zu entwickeln oder zu veröffentlichen. Diese Publikation oder eine zugehörige Präsentation, die Strategie und etwaige künftige Entwicklungen, Produkte und/oder Plattformen der SAP SE oder ihrer Konzernunternehmen können von der </a:t>
            </a:r>
            <a:br>
              <a:rPr lang="de-DE" sz="700" kern="1200" noProof="0" dirty="0">
                <a:solidFill>
                  <a:schemeClr val="tx1"/>
                </a:solidFill>
                <a:effectLst/>
                <a:latin typeface="Arial"/>
                <a:ea typeface="+mn-ea"/>
                <a:cs typeface="+mn-cs"/>
              </a:rPr>
            </a:br>
            <a:r>
              <a:rPr lang="de-DE" sz="700" kern="1200" noProof="0" dirty="0">
                <a:solidFill>
                  <a:schemeClr val="tx1"/>
                </a:solidFill>
                <a:effectLst/>
                <a:latin typeface="Arial"/>
                <a:ea typeface="+mn-ea"/>
                <a:cs typeface="+mn-cs"/>
              </a:rPr>
              <a:t>SAP SE oder ihren Konzernunternehmen jederzeit und ohne Angabe von Gründen unangekündigt geändert werden. </a:t>
            </a:r>
            <a:br>
              <a:rPr lang="de-DE" sz="700" kern="1200" noProof="0" dirty="0">
                <a:solidFill>
                  <a:schemeClr val="tx1"/>
                </a:solidFill>
                <a:effectLst/>
                <a:latin typeface="Arial"/>
                <a:ea typeface="+mn-ea"/>
                <a:cs typeface="+mn-cs"/>
              </a:rPr>
            </a:br>
            <a:r>
              <a:rPr lang="de-DE" sz="700" kern="1200" noProof="0" dirty="0">
                <a:solidFill>
                  <a:schemeClr val="tx1"/>
                </a:solidFill>
                <a:effectLst/>
                <a:latin typeface="Arial"/>
                <a:ea typeface="+mn-ea"/>
                <a:cs typeface="+mn-cs"/>
              </a:rPr>
              <a:t>Die in dieser Publikation enthaltenen Informationen stellen keine Zusage, kein Versprechen und keine rechtliche Verpflichtung zur Lieferung von Material, Code oder Funktionen dar. Sämtliche vorausschauenden Aussagen unterliegen unterschiedlichen Risiken und Unsicherheiten, durch die die tatsächlichen Ergebnisse von den Erwartungen abweichen können. Dem Leser wird empfohlen, diesen vorausschauenden Aussagen kein übertriebenes Vertrauen zu schenken und sich bei Kaufentscheidungen nicht auf sie zu stützen.</a:t>
            </a:r>
          </a:p>
          <a:p>
            <a:pPr>
              <a:spcBef>
                <a:spcPts val="400"/>
              </a:spcBef>
            </a:pPr>
            <a:r>
              <a:rPr lang="de-DE" sz="700" kern="1200" noProof="0" dirty="0">
                <a:solidFill>
                  <a:schemeClr val="tx1"/>
                </a:solidFill>
                <a:effectLst/>
                <a:latin typeface="Arial"/>
                <a:ea typeface="+mn-ea"/>
                <a:cs typeface="+mn-cs"/>
              </a:rPr>
              <a:t>SAP und andere in diesem Dokument erwähnte Produkte und Dienstleistungen von SAP sowie die dazugehörigen Logos sind Marken oder eingetragene Marken der SAP SE (oder von einem SAP-Konzernunternehmen) in Deutschland und verschiedenen anderen Ländern weltweit.</a:t>
            </a:r>
            <a:r>
              <a:rPr lang="de-DE" sz="700" kern="1200" baseline="0" noProof="0" dirty="0">
                <a:solidFill>
                  <a:schemeClr val="tx1"/>
                </a:solidFill>
                <a:effectLst/>
                <a:latin typeface="Arial"/>
                <a:ea typeface="+mn-ea"/>
                <a:cs typeface="+mn-cs"/>
              </a:rPr>
              <a:t> </a:t>
            </a:r>
            <a:r>
              <a:rPr lang="de-DE" sz="700" kern="1200" noProof="0" dirty="0">
                <a:solidFill>
                  <a:schemeClr val="tx1"/>
                </a:solidFill>
                <a:effectLst/>
                <a:latin typeface="Arial"/>
                <a:ea typeface="+mn-ea"/>
                <a:cs typeface="+mn-cs"/>
              </a:rPr>
              <a:t>Alle anderen Namen von Produkten und Dienstleistungen sind Marken der jeweiligen Firmen. </a:t>
            </a:r>
          </a:p>
          <a:p>
            <a:pPr>
              <a:spcBef>
                <a:spcPts val="400"/>
              </a:spcBef>
            </a:pPr>
            <a:r>
              <a:rPr lang="de-DE" sz="700" kern="1200" noProof="0" dirty="0">
                <a:solidFill>
                  <a:schemeClr val="tx1"/>
                </a:solidFill>
                <a:effectLst/>
                <a:latin typeface="Arial"/>
                <a:ea typeface="+mn-ea"/>
                <a:cs typeface="+mn-cs"/>
              </a:rPr>
              <a:t>Zusätzliche Informationen zur Marke und Vermerke finden Sie auf der Seite </a:t>
            </a:r>
            <a:r>
              <a:rPr lang="de-DE" sz="700" kern="1200" noProof="0" dirty="0">
                <a:solidFill>
                  <a:schemeClr val="tx1"/>
                </a:solidFill>
                <a:effectLst/>
                <a:latin typeface="Arial"/>
                <a:ea typeface="+mn-ea"/>
                <a:cs typeface="+mn-cs"/>
                <a:hlinkClick r:id="rId3"/>
              </a:rPr>
              <a:t>https://www.sap.com/corporate/de/legal/copyright.html</a:t>
            </a:r>
            <a:r>
              <a:rPr lang="de-DE" sz="700" kern="1200" noProof="0" dirty="0">
                <a:solidFill>
                  <a:schemeClr val="tx1"/>
                </a:solidFill>
                <a:effectLst/>
                <a:latin typeface="Arial"/>
                <a:ea typeface="+mn-ea"/>
                <a:cs typeface="+mn-cs"/>
              </a:rPr>
              <a:t>.</a:t>
            </a:r>
          </a:p>
        </p:txBody>
      </p:sp>
      <p:sp>
        <p:nvSpPr>
          <p:cNvPr id="13" name="www.sap.com - contact SAP link">
            <a:hlinkClick r:id="rId4" tooltip="www.sap.com/contactsap"/>
          </p:cNvPr>
          <p:cNvSpPr txBox="1"/>
          <p:nvPr userDrawn="1"/>
        </p:nvSpPr>
        <p:spPr bwMode="black">
          <a:xfrm>
            <a:off x="390218" y="2461398"/>
            <a:ext cx="2215390"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1" kern="1200" dirty="0">
                <a:solidFill>
                  <a:schemeClr val="accent1"/>
                </a:solidFill>
                <a:latin typeface="Arial"/>
                <a:ea typeface="Arial Unicode MS" panose="020B0604020202020204" pitchFamily="34" charset="-128"/>
                <a:cs typeface="+mn-cs"/>
              </a:rPr>
              <a:t>www.sap.com</a:t>
            </a:r>
            <a:r>
              <a:rPr lang="en-US" sz="1100" b="1" kern="1200" dirty="0">
                <a:solidFill>
                  <a:schemeClr val="tx1"/>
                </a:solidFill>
                <a:latin typeface="Arial"/>
                <a:ea typeface="Arial Unicode MS" panose="020B0604020202020204" pitchFamily="34" charset="-128"/>
                <a:cs typeface="+mn-cs"/>
              </a:rPr>
              <a:t>/contactsap</a:t>
            </a:r>
          </a:p>
        </p:txBody>
      </p:sp>
      <p:pic>
        <p:nvPicPr>
          <p:cNvPr id="26" name="Plus Google com icon with link">
            <a:hlinkClick r:id="rId5"/>
          </p:cNvPr>
          <p:cNvPicPr>
            <a:picLocks noChangeAspect="1"/>
          </p:cNvPicPr>
          <p:nvPr userDrawn="1"/>
        </p:nvPicPr>
        <p:blipFill>
          <a:blip r:embed="rId6"/>
          <a:stretch>
            <a:fillRect/>
          </a:stretch>
        </p:blipFill>
        <p:spPr>
          <a:xfrm>
            <a:off x="2749537" y="1751480"/>
            <a:ext cx="363600" cy="363600"/>
          </a:xfrm>
          <a:prstGeom prst="rect">
            <a:avLst/>
          </a:prstGeom>
        </p:spPr>
      </p:pic>
      <p:pic>
        <p:nvPicPr>
          <p:cNvPr id="27" name="Linkedin icon with link" descr="Linkedin icon " title="Linkedin icon ">
            <a:hlinkClick r:id="rId7"/>
          </p:cNvPr>
          <p:cNvPicPr>
            <a:picLocks noChangeAspect="1"/>
          </p:cNvPicPr>
          <p:nvPr userDrawn="1"/>
        </p:nvPicPr>
        <p:blipFill>
          <a:blip r:embed="rId8"/>
          <a:stretch>
            <a:fillRect/>
          </a:stretch>
        </p:blipFill>
        <p:spPr>
          <a:xfrm>
            <a:off x="2160123" y="1751480"/>
            <a:ext cx="363600" cy="363600"/>
          </a:xfrm>
          <a:prstGeom prst="ellipse">
            <a:avLst/>
          </a:prstGeom>
        </p:spPr>
      </p:pic>
      <p:pic>
        <p:nvPicPr>
          <p:cNvPr id="28" name="YouTube icon with link">
            <a:hlinkClick r:id="rId9"/>
          </p:cNvPr>
          <p:cNvPicPr>
            <a:picLocks noChangeAspect="1"/>
          </p:cNvPicPr>
          <p:nvPr userDrawn="1"/>
        </p:nvPicPr>
        <p:blipFill rotWithShape="1">
          <a:blip r:embed="rId10"/>
          <a:srcRect l="13793" t="1405" r="17847" b="2165"/>
          <a:stretch/>
        </p:blipFill>
        <p:spPr>
          <a:xfrm>
            <a:off x="1569807" y="1751480"/>
            <a:ext cx="364501" cy="363600"/>
          </a:xfrm>
          <a:prstGeom prst="ellipse">
            <a:avLst/>
          </a:prstGeom>
        </p:spPr>
      </p:pic>
      <p:pic>
        <p:nvPicPr>
          <p:cNvPr id="29" name="Twitter icon with link" descr="Twitter icon" title="Twitter icon">
            <a:hlinkClick r:id="rId11"/>
          </p:cNvPr>
          <p:cNvPicPr>
            <a:picLocks noChangeAspect="1"/>
          </p:cNvPicPr>
          <p:nvPr userDrawn="1"/>
        </p:nvPicPr>
        <p:blipFill>
          <a:blip r:embed="rId12"/>
          <a:stretch>
            <a:fillRect/>
          </a:stretch>
        </p:blipFill>
        <p:spPr>
          <a:xfrm>
            <a:off x="980392" y="1751480"/>
            <a:ext cx="363600" cy="363600"/>
          </a:xfrm>
          <a:prstGeom prst="ellipse">
            <a:avLst/>
          </a:prstGeom>
        </p:spPr>
      </p:pic>
      <p:pic>
        <p:nvPicPr>
          <p:cNvPr id="30" name="Facebook icon with link">
            <a:hlinkClick r:id="rId13"/>
          </p:cNvPr>
          <p:cNvPicPr>
            <a:picLocks noChangeAspect="1"/>
          </p:cNvPicPr>
          <p:nvPr userDrawn="1"/>
        </p:nvPicPr>
        <p:blipFill>
          <a:blip r:embed="rId14"/>
          <a:stretch>
            <a:fillRect/>
          </a:stretch>
        </p:blipFill>
        <p:spPr>
          <a:xfrm>
            <a:off x="390977" y="1751480"/>
            <a:ext cx="363600" cy="363600"/>
          </a:xfrm>
          <a:prstGeom prst="rect">
            <a:avLst/>
          </a:prstGeom>
        </p:spPr>
      </p:pic>
      <p:sp>
        <p:nvSpPr>
          <p:cNvPr id="14" name="SAP folgen auf"/>
          <p:cNvSpPr txBox="1"/>
          <p:nvPr userDrawn="1"/>
        </p:nvSpPr>
        <p:spPr bwMode="black">
          <a:xfrm>
            <a:off x="390977" y="1461001"/>
            <a:ext cx="1228549" cy="169277"/>
          </a:xfrm>
          <a:prstGeom prst="rect">
            <a:avLst/>
          </a:prstGeom>
          <a:noFill/>
        </p:spPr>
        <p:txBody>
          <a:bodyPr wrap="square" lIns="0" tIns="0" rIns="0" bIns="0" rtlCol="0" anchor="b">
            <a:noAutofit/>
          </a:bodyPr>
          <a:lstStyle/>
          <a:p>
            <a:pPr marL="0" marR="0" lvl="0" indent="0" algn="l" defTabSz="1088776" rtl="0" eaLnBrk="1" fontAlgn="auto" latinLnBrk="0" hangingPunct="1">
              <a:lnSpc>
                <a:spcPct val="100000"/>
              </a:lnSpc>
              <a:spcBef>
                <a:spcPts val="1200"/>
              </a:spcBef>
              <a:spcAft>
                <a:spcPts val="0"/>
              </a:spcAft>
              <a:buClrTx/>
              <a:buSzTx/>
              <a:buFontTx/>
              <a:buNone/>
              <a:tabLst/>
              <a:defRPr/>
            </a:pPr>
            <a:r>
              <a:rPr lang="en-US" sz="1100" b="0" kern="1200" dirty="0">
                <a:solidFill>
                  <a:schemeClr val="tx1"/>
                </a:solidFill>
                <a:latin typeface="Arial"/>
                <a:ea typeface="Arial Unicode MS" panose="020B0604020202020204" pitchFamily="34" charset="-128"/>
                <a:cs typeface="+mn-cs"/>
              </a:rPr>
              <a:t>SAP </a:t>
            </a:r>
            <a:r>
              <a:rPr lang="en-US" sz="1100" b="0" kern="1200" dirty="0" err="1">
                <a:solidFill>
                  <a:schemeClr val="tx1"/>
                </a:solidFill>
                <a:latin typeface="Arial"/>
                <a:ea typeface="Arial Unicode MS" panose="020B0604020202020204" pitchFamily="34" charset="-128"/>
                <a:cs typeface="+mn-cs"/>
              </a:rPr>
              <a:t>folgen</a:t>
            </a:r>
            <a:r>
              <a:rPr lang="en-US" sz="1100" b="0" kern="1200" dirty="0">
                <a:solidFill>
                  <a:schemeClr val="tx1"/>
                </a:solidFill>
                <a:latin typeface="Arial"/>
                <a:ea typeface="Arial Unicode MS" panose="020B0604020202020204" pitchFamily="34" charset="-128"/>
                <a:cs typeface="+mn-cs"/>
              </a:rPr>
              <a:t> auf</a:t>
            </a:r>
          </a:p>
        </p:txBody>
      </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8624511"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662892" y="6559834"/>
            <a:ext cx="381515" cy="92333"/>
          </a:xfrm>
          <a:prstGeom prst="rect">
            <a:avLst/>
          </a:prstGeom>
          <a:noFill/>
        </p:spPr>
        <p:txBody>
          <a:bodyPr wrap="none" lIns="0" tIns="0" rIns="0" bIns="0" rtlCol="0">
            <a:spAutoFit/>
          </a:bodyPr>
          <a:lstStyle/>
          <a:p>
            <a:pPr marL="0" marR="0" indent="0" algn="l" defTabSz="816201"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dirty="0">
                <a:solidFill>
                  <a:schemeClr val="tx1"/>
                </a:solidFill>
                <a:latin typeface="Arial"/>
                <a:ea typeface="Arial Unicode MS"/>
                <a:cs typeface="Arial Unicode MS" pitchFamily="34" charset="-128"/>
                <a:sym typeface="Arial"/>
              </a:rPr>
              <a:t>INTERNAL</a:t>
            </a:r>
          </a:p>
        </p:txBody>
      </p:sp>
      <p:sp>
        <p:nvSpPr>
          <p:cNvPr id="10" name="Copyright"/>
          <p:cNvSpPr txBox="1"/>
          <p:nvPr userDrawn="1"/>
        </p:nvSpPr>
        <p:spPr bwMode="black">
          <a:xfrm>
            <a:off x="377903" y="6559834"/>
            <a:ext cx="2275762" cy="92333"/>
          </a:xfrm>
          <a:prstGeom prst="rect">
            <a:avLst/>
          </a:prstGeom>
          <a:noFill/>
        </p:spPr>
        <p:txBody>
          <a:bodyPr wrap="square" lIns="0" tIns="0" rIns="0" bIns="0" rtlCol="0">
            <a:spAutoFit/>
          </a:bodyPr>
          <a:lstStyle/>
          <a:p>
            <a:pPr marL="63074" marR="0" indent="-63074" algn="l" defTabSz="816201"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2018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p:cNvSpPr>
            <a:spLocks noGrp="1"/>
          </p:cNvSpPr>
          <p:nvPr userDrawn="1">
            <p:ph type="body" idx="1"/>
          </p:nvPr>
        </p:nvSpPr>
        <p:spPr bwMode="black">
          <a:xfrm>
            <a:off x="377902" y="1619999"/>
            <a:ext cx="8387673" cy="4716000"/>
          </a:xfrm>
          <a:prstGeom prst="rect">
            <a:avLst/>
          </a:prstGeom>
        </p:spPr>
        <p:txBody>
          <a:bodyPr vert="horz" lIns="0" tIns="0" rIns="0" bIns="0" rtlCol="0">
            <a:norm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p:cNvSpPr>
            <a:spLocks noGrp="1"/>
          </p:cNvSpPr>
          <p:nvPr userDrawn="1">
            <p:ph type="title"/>
          </p:nvPr>
        </p:nvSpPr>
        <p:spPr bwMode="black">
          <a:xfrm>
            <a:off x="377902" y="504000"/>
            <a:ext cx="8387673"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8009509" y="0"/>
            <a:ext cx="1134491" cy="251942"/>
            <a:chOff x="10682127" y="0"/>
            <a:chExt cx="1513048" cy="252000"/>
          </a:xfrm>
        </p:grpSpPr>
        <p:sp>
          <p:nvSpPr>
            <p:cNvPr id="16" name="Rectangle SAP Gold"/>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685480" fontAlgn="base">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7" name="Rectangle SAP Gold 30%"/>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685480" fontAlgn="base">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SAP Gold 6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685480" fontAlgn="base">
                <a:lnSpc>
                  <a:spcPct val="100000"/>
                </a:lnSpc>
                <a:spcBef>
                  <a:spcPct val="50000"/>
                </a:spcBef>
                <a:spcAft>
                  <a:spcPct val="0"/>
                </a:spcAft>
                <a:buClr>
                  <a:srgbClr val="F0AB00"/>
                </a:buClr>
                <a:buSzPct val="80000"/>
                <a:tabLst/>
              </a:pPr>
              <a:endParaRPr kumimoji="0" lang="en-US" sz="15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dk1" tx1="lt1" bg2="dk2" tx2="lt2" accent1="accent1" accent2="accent2" accent3="accent3" accent4="accent4" accent5="accent5" accent6="accent6" hlink="hlink" folHlink="folHlink"/>
  <p:sldLayoutIdLst>
    <p:sldLayoutId id="2147483772" r:id="rId1"/>
    <p:sldLayoutId id="2147483779" r:id="rId2"/>
    <p:sldLayoutId id="2147483778" r:id="rId3"/>
    <p:sldLayoutId id="2147483780" r:id="rId4"/>
    <p:sldLayoutId id="2147483741" r:id="rId5"/>
    <p:sldLayoutId id="2147483765" r:id="rId6"/>
    <p:sldLayoutId id="2147483767" r:id="rId7"/>
    <p:sldLayoutId id="2147483781" r:id="rId8"/>
    <p:sldLayoutId id="2147483743" r:id="rId9"/>
    <p:sldLayoutId id="2147483774" r:id="rId10"/>
    <p:sldLayoutId id="2147483745" r:id="rId11"/>
    <p:sldLayoutId id="2147483760" r:id="rId12"/>
    <p:sldLayoutId id="2147483768" r:id="rId13"/>
    <p:sldLayoutId id="2147483769" r:id="rId14"/>
    <p:sldLayoutId id="2147483770" r:id="rId15"/>
    <p:sldLayoutId id="2147483744" r:id="rId16"/>
    <p:sldLayoutId id="2147483777" r:id="rId17"/>
    <p:sldLayoutId id="2147483757" r:id="rId18"/>
    <p:sldLayoutId id="2147483748" r:id="rId19"/>
    <p:sldLayoutId id="2147483762" r:id="rId20"/>
    <p:sldLayoutId id="2147483771" r:id="rId21"/>
    <p:sldLayoutId id="2147483763" r:id="rId22"/>
    <p:sldLayoutId id="2147483751" r:id="rId23"/>
    <p:sldLayoutId id="2147483753" r:id="rId24"/>
    <p:sldLayoutId id="2147483756" r:id="rId25"/>
    <p:sldLayoutId id="2147483740" r:id="rId26"/>
    <p:sldLayoutId id="2147483754" r:id="rId27"/>
    <p:sldLayoutId id="2147483755" r:id="rId28"/>
  </p:sldLayoutIdLst>
  <p:hf hdr="0" ftr="0" dt="0"/>
  <p:txStyles>
    <p:titleStyle>
      <a:lvl1pPr algn="l" defTabSz="816201"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816201" rtl="0" eaLnBrk="1" latinLnBrk="0" hangingPunct="1">
        <a:spcBef>
          <a:spcPts val="1350"/>
        </a:spcBef>
        <a:buClr>
          <a:schemeClr val="accent1"/>
        </a:buClr>
        <a:buSzPct val="80000"/>
        <a:buFontTx/>
        <a:buNone/>
        <a:defRPr sz="2000" b="0" kern="1200">
          <a:solidFill>
            <a:schemeClr val="tx1"/>
          </a:solidFill>
          <a:latin typeface="+mn-lt"/>
          <a:ea typeface="+mn-ea"/>
          <a:cs typeface="+mn-cs"/>
        </a:defRPr>
      </a:lvl1pPr>
      <a:lvl2pPr marL="134937" indent="-134937" algn="l" defTabSz="816201" rtl="0" eaLnBrk="1" latinLnBrk="0" hangingPunct="1">
        <a:spcBef>
          <a:spcPts val="450"/>
        </a:spcBef>
        <a:buClr>
          <a:schemeClr val="accent1"/>
        </a:buClr>
        <a:buSzPct val="100000"/>
        <a:buFont typeface="Wingdings" pitchFamily="2" charset="2"/>
        <a:buChar char="§"/>
        <a:defRPr sz="1800" kern="1200">
          <a:solidFill>
            <a:schemeClr val="tx1"/>
          </a:solidFill>
          <a:latin typeface="+mn-lt"/>
          <a:ea typeface="+mn-ea"/>
          <a:cs typeface="+mn-cs"/>
        </a:defRPr>
      </a:lvl2pPr>
      <a:lvl3pPr marL="269009" indent="-134505" algn="l" defTabSz="816201" rtl="0" eaLnBrk="1" latinLnBrk="0" hangingPunct="1">
        <a:spcBef>
          <a:spcPts val="225"/>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404811" indent="-134937" algn="l" defTabSz="816201" rtl="0" eaLnBrk="1" latinLnBrk="0" hangingPunct="1">
        <a:spcBef>
          <a:spcPts val="225"/>
        </a:spcBef>
        <a:buClr>
          <a:schemeClr val="tx1"/>
        </a:buClr>
        <a:buSzPct val="120000"/>
        <a:buFont typeface="Arial" pitchFamily="34" charset="0"/>
        <a:buChar char="▫"/>
        <a:defRPr sz="1600" kern="1200">
          <a:solidFill>
            <a:schemeClr val="tx1"/>
          </a:solidFill>
          <a:latin typeface="+mn-lt"/>
          <a:ea typeface="+mn-ea"/>
          <a:cs typeface="+mn-cs"/>
        </a:defRPr>
      </a:lvl4pPr>
      <a:lvl5pPr marL="539748" indent="-134937" algn="l" defTabSz="816201" rtl="0" eaLnBrk="1" latinLnBrk="0" hangingPunct="1">
        <a:spcBef>
          <a:spcPts val="75"/>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244553" indent="-204051" algn="l" defTabSz="816201" rtl="0" eaLnBrk="1" latinLnBrk="0" hangingPunct="1">
        <a:spcBef>
          <a:spcPct val="20000"/>
        </a:spcBef>
        <a:buFont typeface="Arial" pitchFamily="34" charset="0"/>
        <a:buChar char="•"/>
        <a:defRPr sz="1800" kern="1200">
          <a:solidFill>
            <a:schemeClr val="tx1"/>
          </a:solidFill>
          <a:latin typeface="+mn-lt"/>
          <a:ea typeface="+mn-ea"/>
          <a:cs typeface="+mn-cs"/>
        </a:defRPr>
      </a:lvl6pPr>
      <a:lvl7pPr marL="2652653" indent="-204051" algn="l" defTabSz="816201" rtl="0" eaLnBrk="1" latinLnBrk="0" hangingPunct="1">
        <a:spcBef>
          <a:spcPct val="20000"/>
        </a:spcBef>
        <a:buFont typeface="Arial" pitchFamily="34" charset="0"/>
        <a:buChar char="•"/>
        <a:defRPr sz="1800" kern="1200">
          <a:solidFill>
            <a:schemeClr val="tx1"/>
          </a:solidFill>
          <a:latin typeface="+mn-lt"/>
          <a:ea typeface="+mn-ea"/>
          <a:cs typeface="+mn-cs"/>
        </a:defRPr>
      </a:lvl7pPr>
      <a:lvl8pPr marL="3060753" indent="-204051" algn="l" defTabSz="816201" rtl="0" eaLnBrk="1" latinLnBrk="0" hangingPunct="1">
        <a:spcBef>
          <a:spcPct val="20000"/>
        </a:spcBef>
        <a:buFont typeface="Arial" pitchFamily="34" charset="0"/>
        <a:buChar char="•"/>
        <a:defRPr sz="1800" kern="1200">
          <a:solidFill>
            <a:schemeClr val="tx1"/>
          </a:solidFill>
          <a:latin typeface="+mn-lt"/>
          <a:ea typeface="+mn-ea"/>
          <a:cs typeface="+mn-cs"/>
        </a:defRPr>
      </a:lvl8pPr>
      <a:lvl9pPr marL="3468854" indent="-204051" algn="l" defTabSz="816201" rtl="0" eaLnBrk="1" latinLnBrk="0" hangingPunct="1">
        <a:spcBef>
          <a:spcPct val="20000"/>
        </a:spcBef>
        <a:buFont typeface="Arial" pitchFamily="34" charset="0"/>
        <a:buChar char="•"/>
        <a:defRPr sz="1800" kern="1200">
          <a:solidFill>
            <a:schemeClr val="tx1"/>
          </a:solidFill>
          <a:latin typeface="+mn-lt"/>
          <a:ea typeface="+mn-ea"/>
          <a:cs typeface="+mn-cs"/>
        </a:defRPr>
      </a:lvl9pPr>
    </p:bodyStyle>
    <p:otherStyle>
      <a:defPPr>
        <a:defRPr lang="de-DE"/>
      </a:defPPr>
      <a:lvl1pPr marL="0" algn="l" defTabSz="816201" rtl="0" eaLnBrk="1" latinLnBrk="0" hangingPunct="1">
        <a:defRPr sz="1575" kern="1200">
          <a:solidFill>
            <a:schemeClr val="tx1"/>
          </a:solidFill>
          <a:latin typeface="+mn-lt"/>
          <a:ea typeface="+mn-ea"/>
          <a:cs typeface="+mn-cs"/>
        </a:defRPr>
      </a:lvl1pPr>
      <a:lvl2pPr marL="408100" algn="l" defTabSz="816201" rtl="0" eaLnBrk="1" latinLnBrk="0" hangingPunct="1">
        <a:defRPr sz="1575" kern="1200">
          <a:solidFill>
            <a:schemeClr val="tx1"/>
          </a:solidFill>
          <a:latin typeface="+mn-lt"/>
          <a:ea typeface="+mn-ea"/>
          <a:cs typeface="+mn-cs"/>
        </a:defRPr>
      </a:lvl2pPr>
      <a:lvl3pPr marL="816201" algn="l" defTabSz="816201" rtl="0" eaLnBrk="1" latinLnBrk="0" hangingPunct="1">
        <a:defRPr sz="1575" kern="1200">
          <a:solidFill>
            <a:schemeClr val="tx1"/>
          </a:solidFill>
          <a:latin typeface="+mn-lt"/>
          <a:ea typeface="+mn-ea"/>
          <a:cs typeface="+mn-cs"/>
        </a:defRPr>
      </a:lvl3pPr>
      <a:lvl4pPr marL="1224301" algn="l" defTabSz="816201" rtl="0" eaLnBrk="1" latinLnBrk="0" hangingPunct="1">
        <a:defRPr sz="1575" kern="1200">
          <a:solidFill>
            <a:schemeClr val="tx1"/>
          </a:solidFill>
          <a:latin typeface="+mn-lt"/>
          <a:ea typeface="+mn-ea"/>
          <a:cs typeface="+mn-cs"/>
        </a:defRPr>
      </a:lvl4pPr>
      <a:lvl5pPr marL="1632402" algn="l" defTabSz="816201" rtl="0" eaLnBrk="1" latinLnBrk="0" hangingPunct="1">
        <a:defRPr sz="1575" kern="1200">
          <a:solidFill>
            <a:schemeClr val="tx1"/>
          </a:solidFill>
          <a:latin typeface="+mn-lt"/>
          <a:ea typeface="+mn-ea"/>
          <a:cs typeface="+mn-cs"/>
        </a:defRPr>
      </a:lvl5pPr>
      <a:lvl6pPr marL="2040503" algn="l" defTabSz="816201" rtl="0" eaLnBrk="1" latinLnBrk="0" hangingPunct="1">
        <a:defRPr sz="1575" kern="1200">
          <a:solidFill>
            <a:schemeClr val="tx1"/>
          </a:solidFill>
          <a:latin typeface="+mn-lt"/>
          <a:ea typeface="+mn-ea"/>
          <a:cs typeface="+mn-cs"/>
        </a:defRPr>
      </a:lvl6pPr>
      <a:lvl7pPr marL="2448603" algn="l" defTabSz="816201" rtl="0" eaLnBrk="1" latinLnBrk="0" hangingPunct="1">
        <a:defRPr sz="1575" kern="1200">
          <a:solidFill>
            <a:schemeClr val="tx1"/>
          </a:solidFill>
          <a:latin typeface="+mn-lt"/>
          <a:ea typeface="+mn-ea"/>
          <a:cs typeface="+mn-cs"/>
        </a:defRPr>
      </a:lvl7pPr>
      <a:lvl8pPr marL="2856704" algn="l" defTabSz="816201" rtl="0" eaLnBrk="1" latinLnBrk="0" hangingPunct="1">
        <a:defRPr sz="1575" kern="1200">
          <a:solidFill>
            <a:schemeClr val="tx1"/>
          </a:solidFill>
          <a:latin typeface="+mn-lt"/>
          <a:ea typeface="+mn-ea"/>
          <a:cs typeface="+mn-cs"/>
        </a:defRPr>
      </a:lvl8pPr>
      <a:lvl9pPr marL="3264804" algn="l" defTabSz="816201" rtl="0" eaLnBrk="1" latinLnBrk="0" hangingPunct="1">
        <a:defRPr sz="1575" kern="1200">
          <a:solidFill>
            <a:schemeClr val="tx1"/>
          </a:solidFill>
          <a:latin typeface="+mn-lt"/>
          <a:ea typeface="+mn-ea"/>
          <a:cs typeface="+mn-cs"/>
        </a:defRPr>
      </a:lvl9pPr>
    </p:otherStyle>
  </p:txStyles>
  <p:extLst mod="1">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70" name="Rounded Rectangle 69">
            <a:extLst>
              <a:ext uri="{FF2B5EF4-FFF2-40B4-BE49-F238E27FC236}">
                <a16:creationId xmlns:a16="http://schemas.microsoft.com/office/drawing/2014/main" id="{F4EF2F4E-D8EE-3D4B-9057-F786150A8095}"/>
              </a:ext>
            </a:extLst>
          </p:cNvPr>
          <p:cNvSpPr/>
          <p:nvPr/>
        </p:nvSpPr>
        <p:spPr bwMode="gray">
          <a:xfrm rot="16200000">
            <a:off x="1455039" y="3840480"/>
            <a:ext cx="1426463" cy="3447288"/>
          </a:xfrm>
          <a:prstGeom prst="roundRect">
            <a:avLst/>
          </a:prstGeom>
          <a:solidFill>
            <a:schemeClr val="accent2">
              <a:alpha val="21000"/>
            </a:schemeClr>
          </a:solidFill>
          <a:ln>
            <a:headEnd/>
            <a:tailEnd/>
          </a:ln>
        </p:spPr>
        <p:style>
          <a:lnRef idx="1">
            <a:schemeClr val="accent2"/>
          </a:lnRef>
          <a:fillRef idx="3">
            <a:schemeClr val="accent2"/>
          </a:fillRef>
          <a:effectRef idx="2">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5" name="Rounded Rectangle 34">
            <a:extLst>
              <a:ext uri="{FF2B5EF4-FFF2-40B4-BE49-F238E27FC236}">
                <a16:creationId xmlns:a16="http://schemas.microsoft.com/office/drawing/2014/main" id="{6106C62F-610F-F949-A65E-FC8E887BDFFD}"/>
              </a:ext>
            </a:extLst>
          </p:cNvPr>
          <p:cNvSpPr/>
          <p:nvPr/>
        </p:nvSpPr>
        <p:spPr bwMode="gray">
          <a:xfrm rot="16200000">
            <a:off x="843915" y="5471159"/>
            <a:ext cx="356616" cy="896112"/>
          </a:xfrm>
          <a:prstGeom prst="roundRect">
            <a:avLst/>
          </a:prstGeom>
          <a:ln>
            <a:headEnd/>
            <a:tailEnd/>
          </a:ln>
        </p:spPr>
        <p:style>
          <a:lnRef idx="1">
            <a:schemeClr val="accent1"/>
          </a:lnRef>
          <a:fillRef idx="3">
            <a:schemeClr val="accent1"/>
          </a:fillRef>
          <a:effectRef idx="2">
            <a:schemeClr val="accent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2" name="Oval 31">
            <a:extLst>
              <a:ext uri="{FF2B5EF4-FFF2-40B4-BE49-F238E27FC236}">
                <a16:creationId xmlns:a16="http://schemas.microsoft.com/office/drawing/2014/main" id="{BAECDFA4-EBBC-714B-9BF3-3ED46B4132C1}"/>
              </a:ext>
            </a:extLst>
          </p:cNvPr>
          <p:cNvSpPr/>
          <p:nvPr/>
        </p:nvSpPr>
        <p:spPr bwMode="gray">
          <a:xfrm rot="16200000">
            <a:off x="656463" y="5823203"/>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3" name="Oval 32">
            <a:extLst>
              <a:ext uri="{FF2B5EF4-FFF2-40B4-BE49-F238E27FC236}">
                <a16:creationId xmlns:a16="http://schemas.microsoft.com/office/drawing/2014/main" id="{4DB953F7-DF4C-EB43-BA4F-C4799DADF41A}"/>
              </a:ext>
            </a:extLst>
          </p:cNvPr>
          <p:cNvSpPr/>
          <p:nvPr/>
        </p:nvSpPr>
        <p:spPr bwMode="gray">
          <a:xfrm rot="16200000">
            <a:off x="918591" y="5823203"/>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4" name="Oval 33">
            <a:extLst>
              <a:ext uri="{FF2B5EF4-FFF2-40B4-BE49-F238E27FC236}">
                <a16:creationId xmlns:a16="http://schemas.microsoft.com/office/drawing/2014/main" id="{31F8170D-465F-BD42-9BF9-B0370382121F}"/>
              </a:ext>
            </a:extLst>
          </p:cNvPr>
          <p:cNvSpPr/>
          <p:nvPr/>
        </p:nvSpPr>
        <p:spPr bwMode="gray">
          <a:xfrm rot="16200000">
            <a:off x="1180719" y="5823203"/>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6" name="Rounded Rectangle 35">
            <a:extLst>
              <a:ext uri="{FF2B5EF4-FFF2-40B4-BE49-F238E27FC236}">
                <a16:creationId xmlns:a16="http://schemas.microsoft.com/office/drawing/2014/main" id="{DDE84BA4-F817-7844-A06F-8DF98B6601D9}"/>
              </a:ext>
            </a:extLst>
          </p:cNvPr>
          <p:cNvSpPr/>
          <p:nvPr/>
        </p:nvSpPr>
        <p:spPr bwMode="gray">
          <a:xfrm rot="16200000">
            <a:off x="1846707" y="5471158"/>
            <a:ext cx="356616" cy="896112"/>
          </a:xfrm>
          <a:prstGeom prst="roundRect">
            <a:avLst/>
          </a:prstGeom>
          <a:ln>
            <a:headEnd/>
            <a:tailEnd/>
          </a:ln>
        </p:spPr>
        <p:style>
          <a:lnRef idx="1">
            <a:schemeClr val="accent1"/>
          </a:lnRef>
          <a:fillRef idx="3">
            <a:schemeClr val="accent1"/>
          </a:fillRef>
          <a:effectRef idx="2">
            <a:schemeClr val="accent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7" name="Oval 36">
            <a:extLst>
              <a:ext uri="{FF2B5EF4-FFF2-40B4-BE49-F238E27FC236}">
                <a16:creationId xmlns:a16="http://schemas.microsoft.com/office/drawing/2014/main" id="{173AF3EC-5160-5B45-9197-FBE28FF8EAB5}"/>
              </a:ext>
            </a:extLst>
          </p:cNvPr>
          <p:cNvSpPr/>
          <p:nvPr/>
        </p:nvSpPr>
        <p:spPr bwMode="gray">
          <a:xfrm rot="16200000">
            <a:off x="1659255"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8" name="Oval 37">
            <a:extLst>
              <a:ext uri="{FF2B5EF4-FFF2-40B4-BE49-F238E27FC236}">
                <a16:creationId xmlns:a16="http://schemas.microsoft.com/office/drawing/2014/main" id="{29DD6451-AF0D-3D44-991F-C0B81CD8F2A2}"/>
              </a:ext>
            </a:extLst>
          </p:cNvPr>
          <p:cNvSpPr/>
          <p:nvPr/>
        </p:nvSpPr>
        <p:spPr bwMode="gray">
          <a:xfrm rot="16200000">
            <a:off x="1921383"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39" name="Oval 38">
            <a:extLst>
              <a:ext uri="{FF2B5EF4-FFF2-40B4-BE49-F238E27FC236}">
                <a16:creationId xmlns:a16="http://schemas.microsoft.com/office/drawing/2014/main" id="{8F1EA751-9E66-CA45-9C82-5D3245F8E0C9}"/>
              </a:ext>
            </a:extLst>
          </p:cNvPr>
          <p:cNvSpPr/>
          <p:nvPr/>
        </p:nvSpPr>
        <p:spPr bwMode="gray">
          <a:xfrm rot="16200000">
            <a:off x="2183512"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0" name="Rounded Rectangle 39">
            <a:extLst>
              <a:ext uri="{FF2B5EF4-FFF2-40B4-BE49-F238E27FC236}">
                <a16:creationId xmlns:a16="http://schemas.microsoft.com/office/drawing/2014/main" id="{6BA6B909-F14D-6C4D-9A9F-C8C97F4E1A4F}"/>
              </a:ext>
            </a:extLst>
          </p:cNvPr>
          <p:cNvSpPr/>
          <p:nvPr/>
        </p:nvSpPr>
        <p:spPr bwMode="gray">
          <a:xfrm rot="16200000">
            <a:off x="3104006" y="5471158"/>
            <a:ext cx="356616" cy="896112"/>
          </a:xfrm>
          <a:prstGeom prst="roundRect">
            <a:avLst/>
          </a:prstGeom>
          <a:ln>
            <a:headEnd/>
            <a:tailEnd/>
          </a:ln>
        </p:spPr>
        <p:style>
          <a:lnRef idx="1">
            <a:schemeClr val="accent1"/>
          </a:lnRef>
          <a:fillRef idx="3">
            <a:schemeClr val="accent1"/>
          </a:fillRef>
          <a:effectRef idx="2">
            <a:schemeClr val="accent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1" name="Oval 40">
            <a:extLst>
              <a:ext uri="{FF2B5EF4-FFF2-40B4-BE49-F238E27FC236}">
                <a16:creationId xmlns:a16="http://schemas.microsoft.com/office/drawing/2014/main" id="{24875FEB-454B-BA43-837C-9B62B7AF2A3E}"/>
              </a:ext>
            </a:extLst>
          </p:cNvPr>
          <p:cNvSpPr/>
          <p:nvPr/>
        </p:nvSpPr>
        <p:spPr bwMode="gray">
          <a:xfrm rot="16200000">
            <a:off x="2916554"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2" name="Oval 41">
            <a:extLst>
              <a:ext uri="{FF2B5EF4-FFF2-40B4-BE49-F238E27FC236}">
                <a16:creationId xmlns:a16="http://schemas.microsoft.com/office/drawing/2014/main" id="{A5EBA213-C917-0640-B0C3-F0AB8676BC12}"/>
              </a:ext>
            </a:extLst>
          </p:cNvPr>
          <p:cNvSpPr/>
          <p:nvPr/>
        </p:nvSpPr>
        <p:spPr bwMode="gray">
          <a:xfrm rot="16200000">
            <a:off x="3178682"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3" name="Oval 42">
            <a:extLst>
              <a:ext uri="{FF2B5EF4-FFF2-40B4-BE49-F238E27FC236}">
                <a16:creationId xmlns:a16="http://schemas.microsoft.com/office/drawing/2014/main" id="{CA749D8A-E064-A140-AF20-0CA1F20CD3B2}"/>
              </a:ext>
            </a:extLst>
          </p:cNvPr>
          <p:cNvSpPr/>
          <p:nvPr/>
        </p:nvSpPr>
        <p:spPr bwMode="gray">
          <a:xfrm rot="16200000">
            <a:off x="3440810" y="5823202"/>
            <a:ext cx="192024" cy="192024"/>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4" name="Rectangle 43">
            <a:extLst>
              <a:ext uri="{FF2B5EF4-FFF2-40B4-BE49-F238E27FC236}">
                <a16:creationId xmlns:a16="http://schemas.microsoft.com/office/drawing/2014/main" id="{81F39CD6-EA17-3B4F-AD7F-82CEA2512B97}"/>
              </a:ext>
            </a:extLst>
          </p:cNvPr>
          <p:cNvSpPr/>
          <p:nvPr/>
        </p:nvSpPr>
        <p:spPr bwMode="gray">
          <a:xfrm>
            <a:off x="601599" y="5019675"/>
            <a:ext cx="841248" cy="332232"/>
          </a:xfrm>
          <a:prstGeom prst="rect">
            <a:avLst/>
          </a:prstGeom>
          <a:ln>
            <a:headEnd/>
            <a:tailEnd/>
          </a:ln>
        </p:spPr>
        <p:style>
          <a:lnRef idx="1">
            <a:schemeClr val="accent3"/>
          </a:lnRef>
          <a:fillRef idx="3">
            <a:schemeClr val="accent3"/>
          </a:fillRef>
          <a:effectRef idx="2">
            <a:schemeClr val="accent3"/>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5" name="Rectangle 44">
            <a:extLst>
              <a:ext uri="{FF2B5EF4-FFF2-40B4-BE49-F238E27FC236}">
                <a16:creationId xmlns:a16="http://schemas.microsoft.com/office/drawing/2014/main" id="{AD638521-7695-7142-A7B5-20B4ECBD88D8}"/>
              </a:ext>
            </a:extLst>
          </p:cNvPr>
          <p:cNvSpPr/>
          <p:nvPr/>
        </p:nvSpPr>
        <p:spPr bwMode="gray">
          <a:xfrm>
            <a:off x="1604391" y="5019675"/>
            <a:ext cx="841248" cy="332232"/>
          </a:xfrm>
          <a:prstGeom prst="rect">
            <a:avLst/>
          </a:prstGeom>
          <a:ln>
            <a:headEnd/>
            <a:tailEnd/>
          </a:ln>
        </p:spPr>
        <p:style>
          <a:lnRef idx="1">
            <a:schemeClr val="accent3"/>
          </a:lnRef>
          <a:fillRef idx="3">
            <a:schemeClr val="accent3"/>
          </a:fillRef>
          <a:effectRef idx="2">
            <a:schemeClr val="accent3"/>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46" name="Rectangle 45">
            <a:extLst>
              <a:ext uri="{FF2B5EF4-FFF2-40B4-BE49-F238E27FC236}">
                <a16:creationId xmlns:a16="http://schemas.microsoft.com/office/drawing/2014/main" id="{367A09A4-4792-2644-8979-AFAE5C6BC872}"/>
              </a:ext>
            </a:extLst>
          </p:cNvPr>
          <p:cNvSpPr/>
          <p:nvPr/>
        </p:nvSpPr>
        <p:spPr bwMode="gray">
          <a:xfrm>
            <a:off x="2861690" y="5019675"/>
            <a:ext cx="841248" cy="332232"/>
          </a:xfrm>
          <a:prstGeom prst="rect">
            <a:avLst/>
          </a:prstGeom>
          <a:ln>
            <a:headEnd/>
            <a:tailEnd/>
          </a:ln>
        </p:spPr>
        <p:style>
          <a:lnRef idx="1">
            <a:schemeClr val="accent3"/>
          </a:lnRef>
          <a:fillRef idx="3">
            <a:schemeClr val="accent3"/>
          </a:fillRef>
          <a:effectRef idx="2">
            <a:schemeClr val="accent3"/>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48" name="Straight Arrow Connector 47">
            <a:extLst>
              <a:ext uri="{FF2B5EF4-FFF2-40B4-BE49-F238E27FC236}">
                <a16:creationId xmlns:a16="http://schemas.microsoft.com/office/drawing/2014/main" id="{F6908549-2E1F-774E-AD95-855AEDA00831}"/>
              </a:ext>
            </a:extLst>
          </p:cNvPr>
          <p:cNvCxnSpPr>
            <a:cxnSpLocks/>
            <a:stCxn id="44" idx="3"/>
            <a:endCxn id="45" idx="1"/>
          </p:cNvCxnSpPr>
          <p:nvPr/>
        </p:nvCxnSpPr>
        <p:spPr>
          <a:xfrm>
            <a:off x="1442847" y="5185791"/>
            <a:ext cx="161544"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C824D96C-2C8E-264B-BC5C-421D498BCC4D}"/>
              </a:ext>
            </a:extLst>
          </p:cNvPr>
          <p:cNvCxnSpPr>
            <a:cxnSpLocks/>
            <a:stCxn id="45" idx="3"/>
            <a:endCxn id="46" idx="1"/>
          </p:cNvCxnSpPr>
          <p:nvPr/>
        </p:nvCxnSpPr>
        <p:spPr>
          <a:xfrm>
            <a:off x="2445639" y="5185792"/>
            <a:ext cx="416051" cy="0"/>
          </a:xfrm>
          <a:prstGeom prst="straightConnector1">
            <a:avLst/>
          </a:prstGeom>
          <a:ln>
            <a:prstDash val="dash"/>
            <a:headEnd type="none" w="med" len="med"/>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71448244-223D-6240-8C73-1378BBCEE08D}"/>
              </a:ext>
            </a:extLst>
          </p:cNvPr>
          <p:cNvCxnSpPr>
            <a:cxnSpLocks/>
            <a:stCxn id="35" idx="3"/>
            <a:endCxn id="44" idx="2"/>
          </p:cNvCxnSpPr>
          <p:nvPr/>
        </p:nvCxnSpPr>
        <p:spPr>
          <a:xfrm flipV="1">
            <a:off x="1022223" y="5351907"/>
            <a:ext cx="0" cy="38900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0CCB43C-59B8-B342-87C4-C08BE23E0AE8}"/>
              </a:ext>
            </a:extLst>
          </p:cNvPr>
          <p:cNvCxnSpPr>
            <a:cxnSpLocks/>
            <a:stCxn id="36" idx="3"/>
            <a:endCxn id="45" idx="2"/>
          </p:cNvCxnSpPr>
          <p:nvPr/>
        </p:nvCxnSpPr>
        <p:spPr>
          <a:xfrm flipV="1">
            <a:off x="2025015" y="5351907"/>
            <a:ext cx="0" cy="388999"/>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C4996B22-DAAC-3447-8427-90969E955123}"/>
              </a:ext>
            </a:extLst>
          </p:cNvPr>
          <p:cNvCxnSpPr>
            <a:cxnSpLocks/>
            <a:stCxn id="40" idx="3"/>
            <a:endCxn id="46" idx="2"/>
          </p:cNvCxnSpPr>
          <p:nvPr/>
        </p:nvCxnSpPr>
        <p:spPr>
          <a:xfrm flipV="1">
            <a:off x="3282314" y="5351907"/>
            <a:ext cx="0" cy="388999"/>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AC063E69-1655-404E-8C5A-A7080788273F}"/>
              </a:ext>
            </a:extLst>
          </p:cNvPr>
          <p:cNvSpPr txBox="1"/>
          <p:nvPr/>
        </p:nvSpPr>
        <p:spPr>
          <a:xfrm>
            <a:off x="2538247" y="5780715"/>
            <a:ext cx="230832"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cs typeface="Arial Unicode MS" pitchFamily="34" charset="-128"/>
              </a:rPr>
              <a:t>…</a:t>
            </a:r>
          </a:p>
        </p:txBody>
      </p:sp>
      <p:sp>
        <p:nvSpPr>
          <p:cNvPr id="73" name="Rectangle 72">
            <a:extLst>
              <a:ext uri="{FF2B5EF4-FFF2-40B4-BE49-F238E27FC236}">
                <a16:creationId xmlns:a16="http://schemas.microsoft.com/office/drawing/2014/main" id="{C49A5C9E-1112-F945-99F7-91F5FB243622}"/>
              </a:ext>
            </a:extLst>
          </p:cNvPr>
          <p:cNvSpPr/>
          <p:nvPr/>
        </p:nvSpPr>
        <p:spPr bwMode="gray">
          <a:xfrm>
            <a:off x="4280916" y="4123943"/>
            <a:ext cx="841248" cy="332232"/>
          </a:xfrm>
          <a:prstGeom prst="rect">
            <a:avLst/>
          </a:prstGeom>
          <a:ln>
            <a:headEnd/>
            <a:tailEnd/>
          </a:ln>
        </p:spPr>
        <p:style>
          <a:lnRef idx="1">
            <a:schemeClr val="accent4"/>
          </a:lnRef>
          <a:fillRef idx="3">
            <a:schemeClr val="accent4"/>
          </a:fillRef>
          <a:effectRef idx="2">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76" name="Rectangle 75">
            <a:extLst>
              <a:ext uri="{FF2B5EF4-FFF2-40B4-BE49-F238E27FC236}">
                <a16:creationId xmlns:a16="http://schemas.microsoft.com/office/drawing/2014/main" id="{D2C97F3E-2195-DE49-B3C9-37D18F32E33F}"/>
              </a:ext>
            </a:extLst>
          </p:cNvPr>
          <p:cNvSpPr/>
          <p:nvPr/>
        </p:nvSpPr>
        <p:spPr bwMode="gray">
          <a:xfrm>
            <a:off x="2861690" y="4123943"/>
            <a:ext cx="841248" cy="332232"/>
          </a:xfrm>
          <a:prstGeom prst="rect">
            <a:avLst/>
          </a:prstGeom>
          <a:ln>
            <a:headEnd/>
            <a:tailEnd/>
          </a:ln>
        </p:spPr>
        <p:style>
          <a:lnRef idx="1">
            <a:schemeClr val="accent4"/>
          </a:lnRef>
          <a:fillRef idx="3">
            <a:schemeClr val="accent4"/>
          </a:fillRef>
          <a:effectRef idx="2">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99" name="Rounded Rectangle 98">
            <a:extLst>
              <a:ext uri="{FF2B5EF4-FFF2-40B4-BE49-F238E27FC236}">
                <a16:creationId xmlns:a16="http://schemas.microsoft.com/office/drawing/2014/main" id="{74DDFB97-3A95-E04F-9680-B8C19DF59FD5}"/>
              </a:ext>
            </a:extLst>
          </p:cNvPr>
          <p:cNvSpPr/>
          <p:nvPr/>
        </p:nvSpPr>
        <p:spPr bwMode="gray">
          <a:xfrm rot="16200000">
            <a:off x="3969816" y="5007657"/>
            <a:ext cx="1426463" cy="1112935"/>
          </a:xfrm>
          <a:prstGeom prst="roundRect">
            <a:avLst/>
          </a:prstGeom>
          <a:solidFill>
            <a:schemeClr val="accent2">
              <a:alpha val="21000"/>
            </a:schemeClr>
          </a:solidFill>
          <a:ln>
            <a:headEnd/>
            <a:tailEnd/>
          </a:ln>
        </p:spPr>
        <p:style>
          <a:lnRef idx="1">
            <a:schemeClr val="accent2"/>
          </a:lnRef>
          <a:fillRef idx="3">
            <a:schemeClr val="accent2"/>
          </a:fillRef>
          <a:effectRef idx="2">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12" name="Rectangle 111">
            <a:extLst>
              <a:ext uri="{FF2B5EF4-FFF2-40B4-BE49-F238E27FC236}">
                <a16:creationId xmlns:a16="http://schemas.microsoft.com/office/drawing/2014/main" id="{BD1DF9C3-AB01-7E49-BCB5-C75643D5A3C6}"/>
              </a:ext>
            </a:extLst>
          </p:cNvPr>
          <p:cNvSpPr/>
          <p:nvPr/>
        </p:nvSpPr>
        <p:spPr bwMode="gray">
          <a:xfrm>
            <a:off x="4283552" y="5019676"/>
            <a:ext cx="841248" cy="332232"/>
          </a:xfrm>
          <a:prstGeom prst="rect">
            <a:avLst/>
          </a:prstGeom>
          <a:ln>
            <a:headEnd/>
            <a:tailEnd/>
          </a:ln>
        </p:spPr>
        <p:style>
          <a:lnRef idx="1">
            <a:schemeClr val="accent3"/>
          </a:lnRef>
          <a:fillRef idx="3">
            <a:schemeClr val="accent3"/>
          </a:fillRef>
          <a:effectRef idx="2">
            <a:schemeClr val="accent3"/>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21" name="Rounded Rectangle 120">
            <a:extLst>
              <a:ext uri="{FF2B5EF4-FFF2-40B4-BE49-F238E27FC236}">
                <a16:creationId xmlns:a16="http://schemas.microsoft.com/office/drawing/2014/main" id="{5AE3F45E-3AB0-E343-9746-E252AC1D391F}"/>
              </a:ext>
            </a:extLst>
          </p:cNvPr>
          <p:cNvSpPr/>
          <p:nvPr/>
        </p:nvSpPr>
        <p:spPr bwMode="gray">
          <a:xfrm rot="16200000">
            <a:off x="5731560" y="5007656"/>
            <a:ext cx="1426463" cy="1112935"/>
          </a:xfrm>
          <a:prstGeom prst="roundRect">
            <a:avLst/>
          </a:prstGeom>
          <a:solidFill>
            <a:schemeClr val="accent2">
              <a:alpha val="21000"/>
            </a:schemeClr>
          </a:solidFill>
          <a:ln>
            <a:headEnd/>
            <a:tailEnd/>
          </a:ln>
        </p:spPr>
        <p:style>
          <a:lnRef idx="1">
            <a:schemeClr val="accent2"/>
          </a:lnRef>
          <a:fillRef idx="3">
            <a:schemeClr val="accent2"/>
          </a:fillRef>
          <a:effectRef idx="2">
            <a:schemeClr val="accent2"/>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23" name="TextBox 122">
            <a:extLst>
              <a:ext uri="{FF2B5EF4-FFF2-40B4-BE49-F238E27FC236}">
                <a16:creationId xmlns:a16="http://schemas.microsoft.com/office/drawing/2014/main" id="{F479D3E6-8429-0849-ABE8-32462A223F7B}"/>
              </a:ext>
            </a:extLst>
          </p:cNvPr>
          <p:cNvSpPr txBox="1"/>
          <p:nvPr/>
        </p:nvSpPr>
        <p:spPr>
          <a:xfrm>
            <a:off x="5448503" y="5731756"/>
            <a:ext cx="230832" cy="276999"/>
          </a:xfrm>
          <a:prstGeom prst="rect">
            <a:avLst/>
          </a:prstGeom>
          <a:noFill/>
        </p:spPr>
        <p:txBody>
          <a:bodyPr wrap="none" lIns="0" tIns="0" rIns="0" bIns="0" rtlCol="0">
            <a:spAutoFit/>
          </a:bodyPr>
          <a:lstStyle/>
          <a:p>
            <a:pPr fontAlgn="base">
              <a:spcBef>
                <a:spcPct val="50000"/>
              </a:spcBef>
              <a:spcAft>
                <a:spcPct val="0"/>
              </a:spcAft>
              <a:buClr>
                <a:srgbClr val="F0AB00"/>
              </a:buClr>
              <a:buSzPct val="80000"/>
            </a:pPr>
            <a:r>
              <a:rPr lang="en-US" sz="1800" kern="0" dirty="0">
                <a:solidFill>
                  <a:sysClr val="windowText" lastClr="000000"/>
                </a:solidFill>
                <a:ea typeface="Arial Unicode MS" pitchFamily="34" charset="-128"/>
                <a:cs typeface="Arial Unicode MS" pitchFamily="34" charset="-128"/>
              </a:rPr>
              <a:t>…</a:t>
            </a:r>
          </a:p>
        </p:txBody>
      </p:sp>
      <p:cxnSp>
        <p:nvCxnSpPr>
          <p:cNvPr id="124" name="Straight Arrow Connector 123">
            <a:extLst>
              <a:ext uri="{FF2B5EF4-FFF2-40B4-BE49-F238E27FC236}">
                <a16:creationId xmlns:a16="http://schemas.microsoft.com/office/drawing/2014/main" id="{2851CB4D-E597-D847-B8D0-F3A2EA0DACAC}"/>
              </a:ext>
            </a:extLst>
          </p:cNvPr>
          <p:cNvCxnSpPr>
            <a:cxnSpLocks/>
            <a:stCxn id="46" idx="0"/>
            <a:endCxn id="76" idx="2"/>
          </p:cNvCxnSpPr>
          <p:nvPr/>
        </p:nvCxnSpPr>
        <p:spPr>
          <a:xfrm flipV="1">
            <a:off x="3282314" y="4456175"/>
            <a:ext cx="0" cy="56350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27" name="Straight Arrow Connector 126">
            <a:extLst>
              <a:ext uri="{FF2B5EF4-FFF2-40B4-BE49-F238E27FC236}">
                <a16:creationId xmlns:a16="http://schemas.microsoft.com/office/drawing/2014/main" id="{306708D1-B964-E547-B31C-B2F13C26AB3E}"/>
              </a:ext>
            </a:extLst>
          </p:cNvPr>
          <p:cNvCxnSpPr>
            <a:cxnSpLocks/>
            <a:stCxn id="112" idx="0"/>
            <a:endCxn id="73" idx="2"/>
          </p:cNvCxnSpPr>
          <p:nvPr/>
        </p:nvCxnSpPr>
        <p:spPr>
          <a:xfrm flipH="1" flipV="1">
            <a:off x="4701540" y="4456175"/>
            <a:ext cx="2636" cy="563501"/>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130" name="Rectangle 129">
            <a:extLst>
              <a:ext uri="{FF2B5EF4-FFF2-40B4-BE49-F238E27FC236}">
                <a16:creationId xmlns:a16="http://schemas.microsoft.com/office/drawing/2014/main" id="{F28B3B76-2CFE-134A-9DE8-18A375C67567}"/>
              </a:ext>
            </a:extLst>
          </p:cNvPr>
          <p:cNvSpPr/>
          <p:nvPr/>
        </p:nvSpPr>
        <p:spPr bwMode="gray">
          <a:xfrm>
            <a:off x="6041137" y="4123943"/>
            <a:ext cx="841248" cy="332232"/>
          </a:xfrm>
          <a:prstGeom prst="rect">
            <a:avLst/>
          </a:prstGeom>
          <a:ln>
            <a:headEnd/>
            <a:tailEnd/>
          </a:ln>
        </p:spPr>
        <p:style>
          <a:lnRef idx="1">
            <a:schemeClr val="accent4"/>
          </a:lnRef>
          <a:fillRef idx="3">
            <a:schemeClr val="accent4"/>
          </a:fillRef>
          <a:effectRef idx="2">
            <a:schemeClr val="accent4"/>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31" name="Rectangle 130">
            <a:extLst>
              <a:ext uri="{FF2B5EF4-FFF2-40B4-BE49-F238E27FC236}">
                <a16:creationId xmlns:a16="http://schemas.microsoft.com/office/drawing/2014/main" id="{97B34056-2406-7745-92E6-407F0DE8D1F4}"/>
              </a:ext>
            </a:extLst>
          </p:cNvPr>
          <p:cNvSpPr/>
          <p:nvPr/>
        </p:nvSpPr>
        <p:spPr bwMode="gray">
          <a:xfrm>
            <a:off x="6043773" y="5019676"/>
            <a:ext cx="841248" cy="332232"/>
          </a:xfrm>
          <a:prstGeom prst="rect">
            <a:avLst/>
          </a:prstGeom>
          <a:ln>
            <a:headEnd/>
            <a:tailEnd/>
          </a:ln>
        </p:spPr>
        <p:style>
          <a:lnRef idx="1">
            <a:schemeClr val="accent3"/>
          </a:lnRef>
          <a:fillRef idx="3">
            <a:schemeClr val="accent3"/>
          </a:fillRef>
          <a:effectRef idx="2">
            <a:schemeClr val="accent3"/>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LSTM</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32" name="Straight Arrow Connector 131">
            <a:extLst>
              <a:ext uri="{FF2B5EF4-FFF2-40B4-BE49-F238E27FC236}">
                <a16:creationId xmlns:a16="http://schemas.microsoft.com/office/drawing/2014/main" id="{2F28E0EA-40A0-0F4D-89F9-1CD07125089F}"/>
              </a:ext>
            </a:extLst>
          </p:cNvPr>
          <p:cNvCxnSpPr>
            <a:cxnSpLocks/>
            <a:stCxn id="131" idx="0"/>
            <a:endCxn id="130" idx="2"/>
          </p:cNvCxnSpPr>
          <p:nvPr/>
        </p:nvCxnSpPr>
        <p:spPr>
          <a:xfrm flipH="1" flipV="1">
            <a:off x="6461761" y="4456175"/>
            <a:ext cx="2636" cy="563501"/>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34" name="Straight Arrow Connector 133">
            <a:extLst>
              <a:ext uri="{FF2B5EF4-FFF2-40B4-BE49-F238E27FC236}">
                <a16:creationId xmlns:a16="http://schemas.microsoft.com/office/drawing/2014/main" id="{62A4CA54-5403-7840-919E-84A67AC7E9A2}"/>
              </a:ext>
            </a:extLst>
          </p:cNvPr>
          <p:cNvCxnSpPr>
            <a:cxnSpLocks/>
            <a:stCxn id="76" idx="3"/>
            <a:endCxn id="73" idx="1"/>
          </p:cNvCxnSpPr>
          <p:nvPr/>
        </p:nvCxnSpPr>
        <p:spPr>
          <a:xfrm>
            <a:off x="3702938" y="4290059"/>
            <a:ext cx="577978"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39" name="Straight Arrow Connector 138">
            <a:extLst>
              <a:ext uri="{FF2B5EF4-FFF2-40B4-BE49-F238E27FC236}">
                <a16:creationId xmlns:a16="http://schemas.microsoft.com/office/drawing/2014/main" id="{45B1E2F2-B2E7-A24B-9D6C-1B943C5C0BA4}"/>
              </a:ext>
            </a:extLst>
          </p:cNvPr>
          <p:cNvCxnSpPr>
            <a:cxnSpLocks/>
            <a:stCxn id="73" idx="3"/>
            <a:endCxn id="130" idx="1"/>
          </p:cNvCxnSpPr>
          <p:nvPr/>
        </p:nvCxnSpPr>
        <p:spPr>
          <a:xfrm>
            <a:off x="5122164" y="4290059"/>
            <a:ext cx="918973" cy="0"/>
          </a:xfrm>
          <a:prstGeom prst="straightConnector1">
            <a:avLst/>
          </a:prstGeom>
          <a:ln>
            <a:prstDash val="dash"/>
            <a:headEnd type="none" w="med" len="med"/>
            <a:tailEnd type="triangle"/>
          </a:ln>
        </p:spPr>
        <p:style>
          <a:lnRef idx="1">
            <a:schemeClr val="dk1"/>
          </a:lnRef>
          <a:fillRef idx="0">
            <a:schemeClr val="dk1"/>
          </a:fillRef>
          <a:effectRef idx="0">
            <a:schemeClr val="dk1"/>
          </a:effectRef>
          <a:fontRef idx="minor">
            <a:schemeClr val="tx1"/>
          </a:fontRef>
        </p:style>
      </p:cxnSp>
      <p:sp>
        <p:nvSpPr>
          <p:cNvPr id="142" name="Rectangle 141">
            <a:extLst>
              <a:ext uri="{FF2B5EF4-FFF2-40B4-BE49-F238E27FC236}">
                <a16:creationId xmlns:a16="http://schemas.microsoft.com/office/drawing/2014/main" id="{21ABAEDE-1C24-9547-8FB0-CDF23069980D}"/>
              </a:ext>
            </a:extLst>
          </p:cNvPr>
          <p:cNvSpPr/>
          <p:nvPr/>
        </p:nvSpPr>
        <p:spPr bwMode="gray">
          <a:xfrm>
            <a:off x="6041137" y="3345179"/>
            <a:ext cx="841248" cy="332232"/>
          </a:xfrm>
          <a:prstGeom prst="rect">
            <a:avLst/>
          </a:prstGeom>
          <a:ln>
            <a:headEnd/>
            <a:tailEnd/>
          </a:ln>
        </p:spPr>
        <p:style>
          <a:lnRef idx="1">
            <a:schemeClr val="accent5"/>
          </a:lnRef>
          <a:fillRef idx="3">
            <a:schemeClr val="accent5"/>
          </a:fillRef>
          <a:effectRef idx="2">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Dense</a:t>
            </a: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cxnSp>
        <p:nvCxnSpPr>
          <p:cNvPr id="143" name="Straight Arrow Connector 142">
            <a:extLst>
              <a:ext uri="{FF2B5EF4-FFF2-40B4-BE49-F238E27FC236}">
                <a16:creationId xmlns:a16="http://schemas.microsoft.com/office/drawing/2014/main" id="{9CC5860F-5CF0-DE46-8756-AEF116E313A9}"/>
              </a:ext>
            </a:extLst>
          </p:cNvPr>
          <p:cNvCxnSpPr>
            <a:cxnSpLocks/>
            <a:stCxn id="130" idx="0"/>
            <a:endCxn id="142" idx="2"/>
          </p:cNvCxnSpPr>
          <p:nvPr/>
        </p:nvCxnSpPr>
        <p:spPr>
          <a:xfrm flipV="1">
            <a:off x="6461761" y="3677411"/>
            <a:ext cx="0" cy="446532"/>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id="{D5ABAD6C-EF79-A04D-A81C-7CE3AE4911A6}"/>
              </a:ext>
            </a:extLst>
          </p:cNvPr>
          <p:cNvCxnSpPr>
            <a:cxnSpLocks/>
            <a:stCxn id="142" idx="0"/>
            <a:endCxn id="149" idx="4"/>
          </p:cNvCxnSpPr>
          <p:nvPr/>
        </p:nvCxnSpPr>
        <p:spPr>
          <a:xfrm flipV="1">
            <a:off x="6461761" y="2967037"/>
            <a:ext cx="0" cy="378142"/>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149" name="Oval 148">
            <a:extLst>
              <a:ext uri="{FF2B5EF4-FFF2-40B4-BE49-F238E27FC236}">
                <a16:creationId xmlns:a16="http://schemas.microsoft.com/office/drawing/2014/main" id="{F1FE2ED0-3B88-8F42-AB70-4FC33492ADA8}"/>
              </a:ext>
            </a:extLst>
          </p:cNvPr>
          <p:cNvSpPr/>
          <p:nvPr/>
        </p:nvSpPr>
        <p:spPr bwMode="gray">
          <a:xfrm>
            <a:off x="5908549" y="2601657"/>
            <a:ext cx="1106423" cy="365380"/>
          </a:xfrm>
          <a:prstGeom prst="ellipse">
            <a:avLst/>
          </a:prstGeom>
          <a:ln>
            <a:headEnd/>
            <a:tailEnd/>
          </a:ln>
        </p:spPr>
        <p:style>
          <a:lnRef idx="1">
            <a:schemeClr val="dk1"/>
          </a:lnRef>
          <a:fillRef idx="3">
            <a:schemeClr val="dk1"/>
          </a:fillRef>
          <a:effectRef idx="2">
            <a:schemeClr val="dk1"/>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Score</a:t>
            </a:r>
          </a:p>
        </p:txBody>
      </p:sp>
    </p:spTree>
    <p:extLst>
      <p:ext uri="{BB962C8B-B14F-4D97-AF65-F5344CB8AC3E}">
        <p14:creationId xmlns:p14="http://schemas.microsoft.com/office/powerpoint/2010/main" val="799205039"/>
      </p:ext>
    </p:extLst>
  </p:cSld>
  <p:clrMapOvr>
    <a:masterClrMapping/>
  </p:clrMapOvr>
</p:sld>
</file>

<file path=ppt/theme/theme1.xml><?xml version="1.0" encoding="utf-8"?>
<a:theme xmlns:a="http://schemas.openxmlformats.org/drawingml/2006/main" name="SAP 2018 4x3 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noFill/>
        <a:ln w="25400" algn="ctr">
          <a:solidFill>
            <a:schemeClr val="tx1"/>
          </a:solid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25400">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8_4x3_black.potx" id="{33F942EA-CBBA-48A1-ABA0-1BC3448EF07A}" vid="{23574CE3-C32C-44C7-B005-AE16BAD81E5A}"/>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SAP 2018 4x3 black</Template>
  <TotalTime>20</TotalTime>
  <Words>13</Words>
  <Application>Microsoft Macintosh PowerPoint</Application>
  <PresentationFormat>On-screen Show (4:3)</PresentationFormat>
  <Paragraphs>13</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 Unicode MS</vt:lpstr>
      <vt:lpstr>Arial</vt:lpstr>
      <vt:lpstr>Courier New</vt:lpstr>
      <vt:lpstr>Symbol</vt:lpstr>
      <vt:lpstr>wingdings</vt:lpstr>
      <vt:lpstr>wingdings</vt:lpstr>
      <vt:lpstr>SAP 2018 4x3 black</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Goes Here and Here and Here</dc:title>
  <dc:creator>Opuchlich, Paul</dc:creator>
  <cp:keywords>2018/4:3/black</cp:keywords>
  <cp:lastModifiedBy>Opuchlich, Paul</cp:lastModifiedBy>
  <cp:revision>3</cp:revision>
  <dcterms:created xsi:type="dcterms:W3CDTF">2018-09-06T13:18:05Z</dcterms:created>
  <dcterms:modified xsi:type="dcterms:W3CDTF">2018-09-06T13:38:28Z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